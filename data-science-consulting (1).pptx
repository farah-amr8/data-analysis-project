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0" r:id="rId1"/>
  </p:sldMasterIdLst>
  <p:notesMasterIdLst>
    <p:notesMasterId r:id="rId9"/>
  </p:notesMasterIdLst>
  <p:sldIdLst>
    <p:sldId id="256" r:id="rId2"/>
    <p:sldId id="274" r:id="rId3"/>
    <p:sldId id="262" r:id="rId4"/>
    <p:sldId id="263" r:id="rId5"/>
    <p:sldId id="259" r:id="rId6"/>
    <p:sldId id="257" r:id="rId7"/>
    <p:sldId id="264" r:id="rId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7AD716E-9D31-409B-A793-BA403A734A93}">
  <a:tblStyle styleId="{57AD716E-9D31-409B-A793-BA403A734A9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7" d="100"/>
          <a:sy n="107" d="100"/>
        </p:scale>
        <p:origin x="754" y="96"/>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6c52a2e8d8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6c52a2e8d8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9"/>
        <p:cNvGrpSpPr/>
        <p:nvPr/>
      </p:nvGrpSpPr>
      <p:grpSpPr>
        <a:xfrm>
          <a:off x="0" y="0"/>
          <a:ext cx="0" cy="0"/>
          <a:chOff x="0" y="0"/>
          <a:chExt cx="0" cy="0"/>
        </a:xfrm>
      </p:grpSpPr>
      <p:sp>
        <p:nvSpPr>
          <p:cNvPr id="1230" name="Google Shape;1230;g70e1a7781e_1_4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1" name="Google Shape;1231;g70e1a7781e_1_4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4"/>
        <p:cNvGrpSpPr/>
        <p:nvPr/>
      </p:nvGrpSpPr>
      <p:grpSpPr>
        <a:xfrm>
          <a:off x="0" y="0"/>
          <a:ext cx="0" cy="0"/>
          <a:chOff x="0" y="0"/>
          <a:chExt cx="0" cy="0"/>
        </a:xfrm>
      </p:grpSpPr>
      <p:sp>
        <p:nvSpPr>
          <p:cNvPr id="655" name="Google Shape;655;g6c4305b01e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6" name="Google Shape;656;g6c4305b01e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3"/>
        <p:cNvGrpSpPr/>
        <p:nvPr/>
      </p:nvGrpSpPr>
      <p:grpSpPr>
        <a:xfrm>
          <a:off x="0" y="0"/>
          <a:ext cx="0" cy="0"/>
          <a:chOff x="0" y="0"/>
          <a:chExt cx="0" cy="0"/>
        </a:xfrm>
      </p:grpSpPr>
      <p:sp>
        <p:nvSpPr>
          <p:cNvPr id="684" name="Google Shape;684;g6c60e245bf_1_31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5" name="Google Shape;685;g6c60e245bf_1_31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g6c4305b01e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4" name="Google Shape;504;g6c4305b01e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6c60e245bf_1_318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6c60e245bf_1_318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561650" y="751888"/>
            <a:ext cx="60207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solidFill>
                  <a:schemeClr val="lt1"/>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2924250" y="2804488"/>
            <a:ext cx="32955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1" name="Google Shape;11;p2"/>
          <p:cNvSpPr/>
          <p:nvPr/>
        </p:nvSpPr>
        <p:spPr>
          <a:xfrm>
            <a:off x="1060456" y="1158638"/>
            <a:ext cx="121198" cy="121434"/>
          </a:xfrm>
          <a:custGeom>
            <a:avLst/>
            <a:gdLst/>
            <a:ahLst/>
            <a:cxnLst/>
            <a:rect l="l" t="t" r="r" b="b"/>
            <a:pathLst>
              <a:path w="4625" h="4634" extrusionOk="0">
                <a:moveTo>
                  <a:pt x="1" y="0"/>
                </a:moveTo>
                <a:lnTo>
                  <a:pt x="1" y="4633"/>
                </a:lnTo>
                <a:lnTo>
                  <a:pt x="4625" y="4633"/>
                </a:lnTo>
                <a:lnTo>
                  <a:pt x="4625" y="0"/>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7799740" y="916059"/>
            <a:ext cx="121434" cy="121434"/>
          </a:xfrm>
          <a:custGeom>
            <a:avLst/>
            <a:gdLst/>
            <a:ahLst/>
            <a:cxnLst/>
            <a:rect l="l" t="t" r="r" b="b"/>
            <a:pathLst>
              <a:path w="4634" h="4634" extrusionOk="0">
                <a:moveTo>
                  <a:pt x="0" y="1"/>
                </a:moveTo>
                <a:lnTo>
                  <a:pt x="0" y="4634"/>
                </a:lnTo>
                <a:lnTo>
                  <a:pt x="4633" y="4634"/>
                </a:lnTo>
                <a:lnTo>
                  <a:pt x="4633"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5257933" y="2452405"/>
            <a:ext cx="57599" cy="57599"/>
          </a:xfrm>
          <a:custGeom>
            <a:avLst/>
            <a:gdLst/>
            <a:ahLst/>
            <a:cxnLst/>
            <a:rect l="l" t="t" r="r" b="b"/>
            <a:pathLst>
              <a:path w="2198" h="2198" fill="none" extrusionOk="0">
                <a:moveTo>
                  <a:pt x="1" y="1"/>
                </a:moveTo>
                <a:lnTo>
                  <a:pt x="2198" y="1"/>
                </a:lnTo>
                <a:lnTo>
                  <a:pt x="2198" y="2198"/>
                </a:lnTo>
                <a:lnTo>
                  <a:pt x="1" y="2198"/>
                </a:lnTo>
                <a:close/>
              </a:path>
            </a:pathLst>
          </a:custGeom>
          <a:noFill/>
          <a:ln w="1375" cap="flat" cmpd="sng">
            <a:solidFill>
              <a:srgbClr val="E898A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8710023" y="4821495"/>
            <a:ext cx="98059" cy="98295"/>
          </a:xfrm>
          <a:custGeom>
            <a:avLst/>
            <a:gdLst/>
            <a:ahLst/>
            <a:cxnLst/>
            <a:rect l="l" t="t" r="r" b="b"/>
            <a:pathLst>
              <a:path w="3742" h="3751" fill="none" extrusionOk="0">
                <a:moveTo>
                  <a:pt x="1" y="0"/>
                </a:moveTo>
                <a:lnTo>
                  <a:pt x="3742" y="0"/>
                </a:lnTo>
                <a:lnTo>
                  <a:pt x="3742" y="3750"/>
                </a:lnTo>
                <a:lnTo>
                  <a:pt x="1" y="3750"/>
                </a:lnTo>
                <a:close/>
              </a:path>
            </a:pathLst>
          </a:custGeom>
          <a:noFill/>
          <a:ln w="2975" cap="flat" cmpd="sng">
            <a:solidFill>
              <a:srgbClr val="E898A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275669" y="1557059"/>
            <a:ext cx="57834" cy="57599"/>
          </a:xfrm>
          <a:custGeom>
            <a:avLst/>
            <a:gdLst/>
            <a:ahLst/>
            <a:cxnLst/>
            <a:rect l="l" t="t" r="r" b="b"/>
            <a:pathLst>
              <a:path w="2207" h="2198" fill="none" extrusionOk="0">
                <a:moveTo>
                  <a:pt x="0" y="0"/>
                </a:moveTo>
                <a:lnTo>
                  <a:pt x="2207" y="0"/>
                </a:lnTo>
                <a:lnTo>
                  <a:pt x="2207" y="2197"/>
                </a:lnTo>
                <a:lnTo>
                  <a:pt x="0" y="2197"/>
                </a:lnTo>
                <a:close/>
              </a:path>
            </a:pathLst>
          </a:custGeom>
          <a:noFill/>
          <a:ln w="2975" cap="flat" cmpd="sng">
            <a:solidFill>
              <a:srgbClr val="00CFC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8263673" y="2953681"/>
            <a:ext cx="104086" cy="104322"/>
          </a:xfrm>
          <a:custGeom>
            <a:avLst/>
            <a:gdLst/>
            <a:ahLst/>
            <a:cxnLst/>
            <a:rect l="l" t="t" r="r" b="b"/>
            <a:pathLst>
              <a:path w="3972" h="3981" extrusionOk="0">
                <a:moveTo>
                  <a:pt x="0" y="1"/>
                </a:moveTo>
                <a:lnTo>
                  <a:pt x="0" y="3981"/>
                </a:lnTo>
                <a:lnTo>
                  <a:pt x="3972" y="3981"/>
                </a:lnTo>
                <a:lnTo>
                  <a:pt x="3972"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 name="Google Shape;17;p2"/>
          <p:cNvGrpSpPr/>
          <p:nvPr/>
        </p:nvGrpSpPr>
        <p:grpSpPr>
          <a:xfrm>
            <a:off x="8263682" y="-434366"/>
            <a:ext cx="188886" cy="1181531"/>
            <a:chOff x="2877432" y="975334"/>
            <a:chExt cx="188886" cy="1181531"/>
          </a:xfrm>
        </p:grpSpPr>
        <p:sp>
          <p:nvSpPr>
            <p:cNvPr id="18" name="Google Shape;18;p2"/>
            <p:cNvSpPr/>
            <p:nvPr/>
          </p:nvSpPr>
          <p:spPr>
            <a:xfrm>
              <a:off x="2877432" y="1968242"/>
              <a:ext cx="188886" cy="188624"/>
            </a:xfrm>
            <a:custGeom>
              <a:avLst/>
              <a:gdLst/>
              <a:ahLst/>
              <a:cxnLst/>
              <a:rect l="l" t="t" r="r" b="b"/>
              <a:pathLst>
                <a:path w="7208" h="7198" fill="none" extrusionOk="0">
                  <a:moveTo>
                    <a:pt x="1" y="0"/>
                  </a:moveTo>
                  <a:lnTo>
                    <a:pt x="7208" y="0"/>
                  </a:lnTo>
                  <a:lnTo>
                    <a:pt x="7208" y="7198"/>
                  </a:lnTo>
                  <a:lnTo>
                    <a:pt x="1" y="7198"/>
                  </a:lnTo>
                  <a:close/>
                </a:path>
              </a:pathLst>
            </a:custGeom>
            <a:noFill/>
            <a:ln w="5750"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2905393" y="1452501"/>
              <a:ext cx="133226" cy="133252"/>
            </a:xfrm>
            <a:custGeom>
              <a:avLst/>
              <a:gdLst/>
              <a:ahLst/>
              <a:cxnLst/>
              <a:rect l="l" t="t" r="r" b="b"/>
              <a:pathLst>
                <a:path w="5084" h="5085" fill="none" extrusionOk="0">
                  <a:moveTo>
                    <a:pt x="0" y="1"/>
                  </a:moveTo>
                  <a:lnTo>
                    <a:pt x="5083" y="1"/>
                  </a:lnTo>
                  <a:lnTo>
                    <a:pt x="5083" y="5084"/>
                  </a:lnTo>
                  <a:lnTo>
                    <a:pt x="0" y="5084"/>
                  </a:lnTo>
                  <a:close/>
                </a:path>
              </a:pathLst>
            </a:custGeom>
            <a:noFill/>
            <a:ln w="41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2931651" y="975334"/>
              <a:ext cx="80476" cy="80711"/>
            </a:xfrm>
            <a:custGeom>
              <a:avLst/>
              <a:gdLst/>
              <a:ahLst/>
              <a:cxnLst/>
              <a:rect l="l" t="t" r="r" b="b"/>
              <a:pathLst>
                <a:path w="3071" h="3080" fill="none" extrusionOk="0">
                  <a:moveTo>
                    <a:pt x="0" y="0"/>
                  </a:moveTo>
                  <a:lnTo>
                    <a:pt x="3070" y="0"/>
                  </a:lnTo>
                  <a:lnTo>
                    <a:pt x="3070" y="3080"/>
                  </a:lnTo>
                  <a:lnTo>
                    <a:pt x="0" y="3080"/>
                  </a:lnTo>
                  <a:close/>
                </a:path>
              </a:pathLst>
            </a:custGeom>
            <a:noFill/>
            <a:ln w="2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2"/>
          <p:cNvSpPr/>
          <p:nvPr/>
        </p:nvSpPr>
        <p:spPr>
          <a:xfrm>
            <a:off x="8485996" y="1614632"/>
            <a:ext cx="80502" cy="80476"/>
          </a:xfrm>
          <a:custGeom>
            <a:avLst/>
            <a:gdLst/>
            <a:ahLst/>
            <a:cxnLst/>
            <a:rect l="l" t="t" r="r" b="b"/>
            <a:pathLst>
              <a:path w="3072" h="3071" extrusionOk="0">
                <a:moveTo>
                  <a:pt x="1" y="0"/>
                </a:moveTo>
                <a:lnTo>
                  <a:pt x="1" y="3070"/>
                </a:lnTo>
                <a:lnTo>
                  <a:pt x="3071" y="3070"/>
                </a:lnTo>
                <a:lnTo>
                  <a:pt x="3071"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 name="Google Shape;22;p2"/>
          <p:cNvGrpSpPr/>
          <p:nvPr/>
        </p:nvGrpSpPr>
        <p:grpSpPr>
          <a:xfrm>
            <a:off x="3090746" y="-533657"/>
            <a:ext cx="98059" cy="1147596"/>
            <a:chOff x="3347921" y="16006"/>
            <a:chExt cx="98059" cy="1147596"/>
          </a:xfrm>
        </p:grpSpPr>
        <p:sp>
          <p:nvSpPr>
            <p:cNvPr id="23" name="Google Shape;23;p2"/>
            <p:cNvSpPr/>
            <p:nvPr/>
          </p:nvSpPr>
          <p:spPr>
            <a:xfrm>
              <a:off x="3347921" y="1065280"/>
              <a:ext cx="98059" cy="98321"/>
            </a:xfrm>
            <a:custGeom>
              <a:avLst/>
              <a:gdLst/>
              <a:ahLst/>
              <a:cxnLst/>
              <a:rect l="l" t="t" r="r" b="b"/>
              <a:pathLst>
                <a:path w="3742" h="3752" fill="none" extrusionOk="0">
                  <a:moveTo>
                    <a:pt x="0" y="1"/>
                  </a:moveTo>
                  <a:lnTo>
                    <a:pt x="3741" y="1"/>
                  </a:lnTo>
                  <a:lnTo>
                    <a:pt x="3741" y="3751"/>
                  </a:lnTo>
                  <a:lnTo>
                    <a:pt x="0" y="3751"/>
                  </a:lnTo>
                  <a:close/>
                </a:path>
              </a:pathLst>
            </a:custGeom>
            <a:noFill/>
            <a:ln w="2975" cap="flat" cmpd="sng">
              <a:solidFill>
                <a:srgbClr val="E898A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3392705" y="16006"/>
              <a:ext cx="8464" cy="894665"/>
            </a:xfrm>
            <a:custGeom>
              <a:avLst/>
              <a:gdLst/>
              <a:ahLst/>
              <a:cxnLst/>
              <a:rect l="l" t="t" r="r" b="b"/>
              <a:pathLst>
                <a:path w="323" h="34141" extrusionOk="0">
                  <a:moveTo>
                    <a:pt x="157" y="1"/>
                  </a:moveTo>
                  <a:lnTo>
                    <a:pt x="1" y="34141"/>
                  </a:lnTo>
                  <a:lnTo>
                    <a:pt x="323" y="34141"/>
                  </a:lnTo>
                  <a:lnTo>
                    <a:pt x="157"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 name="Google Shape;25;p2"/>
          <p:cNvGrpSpPr/>
          <p:nvPr/>
        </p:nvGrpSpPr>
        <p:grpSpPr>
          <a:xfrm>
            <a:off x="4892771" y="-340112"/>
            <a:ext cx="121172" cy="760495"/>
            <a:chOff x="5245196" y="3136513"/>
            <a:chExt cx="121172" cy="760495"/>
          </a:xfrm>
        </p:grpSpPr>
        <p:sp>
          <p:nvSpPr>
            <p:cNvPr id="26" name="Google Shape;26;p2"/>
            <p:cNvSpPr/>
            <p:nvPr/>
          </p:nvSpPr>
          <p:spPr>
            <a:xfrm>
              <a:off x="5245196" y="3775810"/>
              <a:ext cx="121172" cy="121198"/>
            </a:xfrm>
            <a:custGeom>
              <a:avLst/>
              <a:gdLst/>
              <a:ahLst/>
              <a:cxnLst/>
              <a:rect l="l" t="t" r="r" b="b"/>
              <a:pathLst>
                <a:path w="4624" h="4625" extrusionOk="0">
                  <a:moveTo>
                    <a:pt x="0" y="1"/>
                  </a:moveTo>
                  <a:lnTo>
                    <a:pt x="0" y="4624"/>
                  </a:lnTo>
                  <a:lnTo>
                    <a:pt x="4624" y="4624"/>
                  </a:lnTo>
                  <a:lnTo>
                    <a:pt x="4624"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5309007" y="3136513"/>
              <a:ext cx="8464" cy="554288"/>
            </a:xfrm>
            <a:custGeom>
              <a:avLst/>
              <a:gdLst/>
              <a:ahLst/>
              <a:cxnLst/>
              <a:rect l="l" t="t" r="r" b="b"/>
              <a:pathLst>
                <a:path w="323" h="21152" extrusionOk="0">
                  <a:moveTo>
                    <a:pt x="166" y="1"/>
                  </a:moveTo>
                  <a:lnTo>
                    <a:pt x="0" y="21152"/>
                  </a:lnTo>
                  <a:lnTo>
                    <a:pt x="322" y="21152"/>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 name="Google Shape;28;p2"/>
          <p:cNvGrpSpPr/>
          <p:nvPr/>
        </p:nvGrpSpPr>
        <p:grpSpPr>
          <a:xfrm>
            <a:off x="250617" y="2402301"/>
            <a:ext cx="188650" cy="2468354"/>
            <a:chOff x="250617" y="2402301"/>
            <a:chExt cx="188650" cy="2468354"/>
          </a:xfrm>
        </p:grpSpPr>
        <p:sp>
          <p:nvSpPr>
            <p:cNvPr id="29" name="Google Shape;29;p2"/>
            <p:cNvSpPr/>
            <p:nvPr/>
          </p:nvSpPr>
          <p:spPr>
            <a:xfrm>
              <a:off x="250617" y="4681770"/>
              <a:ext cx="188650" cy="188886"/>
            </a:xfrm>
            <a:custGeom>
              <a:avLst/>
              <a:gdLst/>
              <a:ahLst/>
              <a:cxnLst/>
              <a:rect l="l" t="t" r="r" b="b"/>
              <a:pathLst>
                <a:path w="7199" h="7208" fill="none" extrusionOk="0">
                  <a:moveTo>
                    <a:pt x="0" y="1"/>
                  </a:moveTo>
                  <a:lnTo>
                    <a:pt x="7198" y="1"/>
                  </a:lnTo>
                  <a:lnTo>
                    <a:pt x="7198" y="7207"/>
                  </a:lnTo>
                  <a:lnTo>
                    <a:pt x="0" y="7207"/>
                  </a:lnTo>
                  <a:close/>
                </a:path>
              </a:pathLst>
            </a:custGeom>
            <a:noFill/>
            <a:ln w="5750"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278316" y="4166291"/>
              <a:ext cx="133226" cy="133226"/>
            </a:xfrm>
            <a:custGeom>
              <a:avLst/>
              <a:gdLst/>
              <a:ahLst/>
              <a:cxnLst/>
              <a:rect l="l" t="t" r="r" b="b"/>
              <a:pathLst>
                <a:path w="5084" h="5084" fill="none" extrusionOk="0">
                  <a:moveTo>
                    <a:pt x="1" y="0"/>
                  </a:moveTo>
                  <a:lnTo>
                    <a:pt x="5084" y="0"/>
                  </a:lnTo>
                  <a:lnTo>
                    <a:pt x="5084" y="5084"/>
                  </a:lnTo>
                  <a:lnTo>
                    <a:pt x="1" y="5084"/>
                  </a:lnTo>
                  <a:close/>
                </a:path>
              </a:pathLst>
            </a:custGeom>
            <a:noFill/>
            <a:ln w="41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304573" y="3689098"/>
              <a:ext cx="80476" cy="80476"/>
            </a:xfrm>
            <a:custGeom>
              <a:avLst/>
              <a:gdLst/>
              <a:ahLst/>
              <a:cxnLst/>
              <a:rect l="l" t="t" r="r" b="b"/>
              <a:pathLst>
                <a:path w="3071" h="3071" fill="none" extrusionOk="0">
                  <a:moveTo>
                    <a:pt x="1" y="0"/>
                  </a:moveTo>
                  <a:lnTo>
                    <a:pt x="3071" y="0"/>
                  </a:lnTo>
                  <a:lnTo>
                    <a:pt x="3071" y="3071"/>
                  </a:lnTo>
                  <a:lnTo>
                    <a:pt x="1" y="3071"/>
                  </a:lnTo>
                  <a:close/>
                </a:path>
              </a:pathLst>
            </a:custGeom>
            <a:noFill/>
            <a:ln w="2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340710" y="2402301"/>
              <a:ext cx="8464" cy="1011487"/>
            </a:xfrm>
            <a:custGeom>
              <a:avLst/>
              <a:gdLst/>
              <a:ahLst/>
              <a:cxnLst/>
              <a:rect l="l" t="t" r="r" b="b"/>
              <a:pathLst>
                <a:path w="323" h="38599" extrusionOk="0">
                  <a:moveTo>
                    <a:pt x="157" y="1"/>
                  </a:moveTo>
                  <a:lnTo>
                    <a:pt x="0" y="38599"/>
                  </a:lnTo>
                  <a:lnTo>
                    <a:pt x="322" y="38599"/>
                  </a:lnTo>
                  <a:lnTo>
                    <a:pt x="157"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 name="Google Shape;33;p2"/>
          <p:cNvSpPr/>
          <p:nvPr/>
        </p:nvSpPr>
        <p:spPr>
          <a:xfrm>
            <a:off x="8935726" y="10"/>
            <a:ext cx="8464" cy="2519637"/>
          </a:xfrm>
          <a:custGeom>
            <a:avLst/>
            <a:gdLst/>
            <a:ahLst/>
            <a:cxnLst/>
            <a:rect l="l" t="t" r="r" b="b"/>
            <a:pathLst>
              <a:path w="323" h="96151" extrusionOk="0">
                <a:moveTo>
                  <a:pt x="166" y="0"/>
                </a:moveTo>
                <a:lnTo>
                  <a:pt x="1" y="96150"/>
                </a:lnTo>
                <a:lnTo>
                  <a:pt x="323" y="96150"/>
                </a:lnTo>
                <a:lnTo>
                  <a:pt x="16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646863" y="21446"/>
            <a:ext cx="8464" cy="1689069"/>
          </a:xfrm>
          <a:custGeom>
            <a:avLst/>
            <a:gdLst/>
            <a:ahLst/>
            <a:cxnLst/>
            <a:rect l="l" t="t" r="r" b="b"/>
            <a:pathLst>
              <a:path w="323" h="64456" extrusionOk="0">
                <a:moveTo>
                  <a:pt x="166" y="0"/>
                </a:moveTo>
                <a:lnTo>
                  <a:pt x="1" y="64456"/>
                </a:lnTo>
                <a:lnTo>
                  <a:pt x="322" y="64456"/>
                </a:lnTo>
                <a:lnTo>
                  <a:pt x="16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 name="Google Shape;35;p2"/>
          <p:cNvGrpSpPr/>
          <p:nvPr/>
        </p:nvGrpSpPr>
        <p:grpSpPr>
          <a:xfrm>
            <a:off x="2038689" y="173907"/>
            <a:ext cx="57599" cy="831799"/>
            <a:chOff x="2038689" y="173907"/>
            <a:chExt cx="57599" cy="831799"/>
          </a:xfrm>
        </p:grpSpPr>
        <p:sp>
          <p:nvSpPr>
            <p:cNvPr id="36" name="Google Shape;36;p2"/>
            <p:cNvSpPr/>
            <p:nvPr/>
          </p:nvSpPr>
          <p:spPr>
            <a:xfrm>
              <a:off x="2038689" y="947872"/>
              <a:ext cx="57599" cy="57834"/>
            </a:xfrm>
            <a:custGeom>
              <a:avLst/>
              <a:gdLst/>
              <a:ahLst/>
              <a:cxnLst/>
              <a:rect l="l" t="t" r="r" b="b"/>
              <a:pathLst>
                <a:path w="2198" h="2207" fill="none" extrusionOk="0">
                  <a:moveTo>
                    <a:pt x="1" y="0"/>
                  </a:moveTo>
                  <a:lnTo>
                    <a:pt x="2197" y="0"/>
                  </a:lnTo>
                  <a:lnTo>
                    <a:pt x="2197" y="2206"/>
                  </a:lnTo>
                  <a:lnTo>
                    <a:pt x="1" y="2206"/>
                  </a:lnTo>
                  <a:close/>
                </a:path>
              </a:pathLst>
            </a:custGeom>
            <a:noFill/>
            <a:ln w="2975" cap="flat" cmpd="sng">
              <a:solidFill>
                <a:srgbClr val="00CFC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2063269" y="173907"/>
              <a:ext cx="8438" cy="692074"/>
            </a:xfrm>
            <a:custGeom>
              <a:avLst/>
              <a:gdLst/>
              <a:ahLst/>
              <a:cxnLst/>
              <a:rect l="l" t="t" r="r" b="b"/>
              <a:pathLst>
                <a:path w="322" h="26410" extrusionOk="0">
                  <a:moveTo>
                    <a:pt x="166" y="1"/>
                  </a:moveTo>
                  <a:lnTo>
                    <a:pt x="0" y="26410"/>
                  </a:lnTo>
                  <a:lnTo>
                    <a:pt x="322" y="26410"/>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8"/>
        <p:cNvGrpSpPr/>
        <p:nvPr/>
      </p:nvGrpSpPr>
      <p:grpSpPr>
        <a:xfrm>
          <a:off x="0" y="0"/>
          <a:ext cx="0" cy="0"/>
          <a:chOff x="0" y="0"/>
          <a:chExt cx="0" cy="0"/>
        </a:xfrm>
      </p:grpSpPr>
      <p:sp>
        <p:nvSpPr>
          <p:cNvPr id="39" name="Google Shape;39;p3"/>
          <p:cNvSpPr/>
          <p:nvPr/>
        </p:nvSpPr>
        <p:spPr>
          <a:xfrm>
            <a:off x="7202390" y="916059"/>
            <a:ext cx="121434" cy="121434"/>
          </a:xfrm>
          <a:custGeom>
            <a:avLst/>
            <a:gdLst/>
            <a:ahLst/>
            <a:cxnLst/>
            <a:rect l="l" t="t" r="r" b="b"/>
            <a:pathLst>
              <a:path w="4634" h="4634" extrusionOk="0">
                <a:moveTo>
                  <a:pt x="0" y="1"/>
                </a:moveTo>
                <a:lnTo>
                  <a:pt x="0" y="4634"/>
                </a:lnTo>
                <a:lnTo>
                  <a:pt x="4633" y="4634"/>
                </a:lnTo>
                <a:lnTo>
                  <a:pt x="4633"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3"/>
          <p:cNvSpPr/>
          <p:nvPr/>
        </p:nvSpPr>
        <p:spPr>
          <a:xfrm>
            <a:off x="8263673" y="2953681"/>
            <a:ext cx="104086" cy="104322"/>
          </a:xfrm>
          <a:custGeom>
            <a:avLst/>
            <a:gdLst/>
            <a:ahLst/>
            <a:cxnLst/>
            <a:rect l="l" t="t" r="r" b="b"/>
            <a:pathLst>
              <a:path w="3972" h="3981" extrusionOk="0">
                <a:moveTo>
                  <a:pt x="0" y="1"/>
                </a:moveTo>
                <a:lnTo>
                  <a:pt x="0" y="3981"/>
                </a:lnTo>
                <a:lnTo>
                  <a:pt x="3972" y="3981"/>
                </a:lnTo>
                <a:lnTo>
                  <a:pt x="3972"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 name="Google Shape;41;p3"/>
          <p:cNvGrpSpPr/>
          <p:nvPr/>
        </p:nvGrpSpPr>
        <p:grpSpPr>
          <a:xfrm>
            <a:off x="8263682" y="-434366"/>
            <a:ext cx="188886" cy="1181531"/>
            <a:chOff x="2877432" y="975334"/>
            <a:chExt cx="188886" cy="1181531"/>
          </a:xfrm>
        </p:grpSpPr>
        <p:sp>
          <p:nvSpPr>
            <p:cNvPr id="42" name="Google Shape;42;p3"/>
            <p:cNvSpPr/>
            <p:nvPr/>
          </p:nvSpPr>
          <p:spPr>
            <a:xfrm>
              <a:off x="2877432" y="1968242"/>
              <a:ext cx="188886" cy="188624"/>
            </a:xfrm>
            <a:custGeom>
              <a:avLst/>
              <a:gdLst/>
              <a:ahLst/>
              <a:cxnLst/>
              <a:rect l="l" t="t" r="r" b="b"/>
              <a:pathLst>
                <a:path w="7208" h="7198" fill="none" extrusionOk="0">
                  <a:moveTo>
                    <a:pt x="1" y="0"/>
                  </a:moveTo>
                  <a:lnTo>
                    <a:pt x="7208" y="0"/>
                  </a:lnTo>
                  <a:lnTo>
                    <a:pt x="7208" y="7198"/>
                  </a:lnTo>
                  <a:lnTo>
                    <a:pt x="1" y="7198"/>
                  </a:lnTo>
                  <a:close/>
                </a:path>
              </a:pathLst>
            </a:custGeom>
            <a:noFill/>
            <a:ln w="5750"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3"/>
            <p:cNvSpPr/>
            <p:nvPr/>
          </p:nvSpPr>
          <p:spPr>
            <a:xfrm>
              <a:off x="2905393" y="1452501"/>
              <a:ext cx="133226" cy="133252"/>
            </a:xfrm>
            <a:custGeom>
              <a:avLst/>
              <a:gdLst/>
              <a:ahLst/>
              <a:cxnLst/>
              <a:rect l="l" t="t" r="r" b="b"/>
              <a:pathLst>
                <a:path w="5084" h="5085" fill="none" extrusionOk="0">
                  <a:moveTo>
                    <a:pt x="0" y="1"/>
                  </a:moveTo>
                  <a:lnTo>
                    <a:pt x="5083" y="1"/>
                  </a:lnTo>
                  <a:lnTo>
                    <a:pt x="5083" y="5084"/>
                  </a:lnTo>
                  <a:lnTo>
                    <a:pt x="0" y="5084"/>
                  </a:lnTo>
                  <a:close/>
                </a:path>
              </a:pathLst>
            </a:custGeom>
            <a:noFill/>
            <a:ln w="41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3"/>
            <p:cNvSpPr/>
            <p:nvPr/>
          </p:nvSpPr>
          <p:spPr>
            <a:xfrm>
              <a:off x="2931651" y="975334"/>
              <a:ext cx="80476" cy="80711"/>
            </a:xfrm>
            <a:custGeom>
              <a:avLst/>
              <a:gdLst/>
              <a:ahLst/>
              <a:cxnLst/>
              <a:rect l="l" t="t" r="r" b="b"/>
              <a:pathLst>
                <a:path w="3071" h="3080" fill="none" extrusionOk="0">
                  <a:moveTo>
                    <a:pt x="0" y="0"/>
                  </a:moveTo>
                  <a:lnTo>
                    <a:pt x="3070" y="0"/>
                  </a:lnTo>
                  <a:lnTo>
                    <a:pt x="3070" y="3080"/>
                  </a:lnTo>
                  <a:lnTo>
                    <a:pt x="0" y="3080"/>
                  </a:lnTo>
                  <a:close/>
                </a:path>
              </a:pathLst>
            </a:custGeom>
            <a:noFill/>
            <a:ln w="2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3"/>
          <p:cNvSpPr/>
          <p:nvPr/>
        </p:nvSpPr>
        <p:spPr>
          <a:xfrm>
            <a:off x="8485996" y="1614632"/>
            <a:ext cx="80502" cy="80476"/>
          </a:xfrm>
          <a:custGeom>
            <a:avLst/>
            <a:gdLst/>
            <a:ahLst/>
            <a:cxnLst/>
            <a:rect l="l" t="t" r="r" b="b"/>
            <a:pathLst>
              <a:path w="3072" h="3071" extrusionOk="0">
                <a:moveTo>
                  <a:pt x="1" y="0"/>
                </a:moveTo>
                <a:lnTo>
                  <a:pt x="1" y="3070"/>
                </a:lnTo>
                <a:lnTo>
                  <a:pt x="3071" y="3070"/>
                </a:lnTo>
                <a:lnTo>
                  <a:pt x="3071"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 name="Google Shape;46;p3"/>
          <p:cNvGrpSpPr/>
          <p:nvPr/>
        </p:nvGrpSpPr>
        <p:grpSpPr>
          <a:xfrm>
            <a:off x="3643898" y="-436198"/>
            <a:ext cx="133252" cy="1952377"/>
            <a:chOff x="6780548" y="337714"/>
            <a:chExt cx="133252" cy="1952377"/>
          </a:xfrm>
        </p:grpSpPr>
        <p:sp>
          <p:nvSpPr>
            <p:cNvPr id="47" name="Google Shape;47;p3"/>
            <p:cNvSpPr/>
            <p:nvPr/>
          </p:nvSpPr>
          <p:spPr>
            <a:xfrm>
              <a:off x="6780548" y="2156839"/>
              <a:ext cx="133252" cy="133252"/>
            </a:xfrm>
            <a:custGeom>
              <a:avLst/>
              <a:gdLst/>
              <a:ahLst/>
              <a:cxnLst/>
              <a:rect l="l" t="t" r="r" b="b"/>
              <a:pathLst>
                <a:path w="5085" h="5085" fill="none" extrusionOk="0">
                  <a:moveTo>
                    <a:pt x="1" y="1"/>
                  </a:moveTo>
                  <a:lnTo>
                    <a:pt x="5084" y="1"/>
                  </a:lnTo>
                  <a:lnTo>
                    <a:pt x="5084" y="5084"/>
                  </a:lnTo>
                  <a:lnTo>
                    <a:pt x="1" y="5084"/>
                  </a:lnTo>
                  <a:close/>
                </a:path>
              </a:pathLst>
            </a:custGeom>
            <a:noFill/>
            <a:ln w="41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3"/>
            <p:cNvSpPr/>
            <p:nvPr/>
          </p:nvSpPr>
          <p:spPr>
            <a:xfrm>
              <a:off x="6842943" y="337714"/>
              <a:ext cx="8464" cy="1695359"/>
            </a:xfrm>
            <a:custGeom>
              <a:avLst/>
              <a:gdLst/>
              <a:ahLst/>
              <a:cxnLst/>
              <a:rect l="l" t="t" r="r" b="b"/>
              <a:pathLst>
                <a:path w="323" h="64696" extrusionOk="0">
                  <a:moveTo>
                    <a:pt x="157" y="0"/>
                  </a:moveTo>
                  <a:lnTo>
                    <a:pt x="1" y="64695"/>
                  </a:lnTo>
                  <a:lnTo>
                    <a:pt x="322" y="64695"/>
                  </a:lnTo>
                  <a:lnTo>
                    <a:pt x="157"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 name="Google Shape;49;p3"/>
          <p:cNvSpPr/>
          <p:nvPr/>
        </p:nvSpPr>
        <p:spPr>
          <a:xfrm>
            <a:off x="8935726" y="10"/>
            <a:ext cx="8464" cy="2519637"/>
          </a:xfrm>
          <a:custGeom>
            <a:avLst/>
            <a:gdLst/>
            <a:ahLst/>
            <a:cxnLst/>
            <a:rect l="l" t="t" r="r" b="b"/>
            <a:pathLst>
              <a:path w="323" h="96151" extrusionOk="0">
                <a:moveTo>
                  <a:pt x="166" y="0"/>
                </a:moveTo>
                <a:lnTo>
                  <a:pt x="1" y="96150"/>
                </a:lnTo>
                <a:lnTo>
                  <a:pt x="323" y="96150"/>
                </a:lnTo>
                <a:lnTo>
                  <a:pt x="16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0" name="Google Shape;50;p3"/>
          <p:cNvGrpSpPr/>
          <p:nvPr/>
        </p:nvGrpSpPr>
        <p:grpSpPr>
          <a:xfrm>
            <a:off x="8008096" y="2108910"/>
            <a:ext cx="199001" cy="2139769"/>
            <a:chOff x="8008096" y="2108910"/>
            <a:chExt cx="199001" cy="2139769"/>
          </a:xfrm>
        </p:grpSpPr>
        <p:sp>
          <p:nvSpPr>
            <p:cNvPr id="51" name="Google Shape;51;p3"/>
            <p:cNvSpPr/>
            <p:nvPr/>
          </p:nvSpPr>
          <p:spPr>
            <a:xfrm>
              <a:off x="8008096" y="4049705"/>
              <a:ext cx="199001" cy="198975"/>
            </a:xfrm>
            <a:custGeom>
              <a:avLst/>
              <a:gdLst/>
              <a:ahLst/>
              <a:cxnLst/>
              <a:rect l="l" t="t" r="r" b="b"/>
              <a:pathLst>
                <a:path w="7594" h="7593" extrusionOk="0">
                  <a:moveTo>
                    <a:pt x="1" y="0"/>
                  </a:moveTo>
                  <a:lnTo>
                    <a:pt x="1" y="7593"/>
                  </a:lnTo>
                  <a:lnTo>
                    <a:pt x="7593" y="7593"/>
                  </a:lnTo>
                  <a:lnTo>
                    <a:pt x="7593" y="0"/>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3"/>
            <p:cNvSpPr/>
            <p:nvPr/>
          </p:nvSpPr>
          <p:spPr>
            <a:xfrm>
              <a:off x="8103246" y="2108910"/>
              <a:ext cx="8464" cy="1793863"/>
            </a:xfrm>
            <a:custGeom>
              <a:avLst/>
              <a:gdLst/>
              <a:ahLst/>
              <a:cxnLst/>
              <a:rect l="l" t="t" r="r" b="b"/>
              <a:pathLst>
                <a:path w="323" h="68455" extrusionOk="0">
                  <a:moveTo>
                    <a:pt x="166" y="1"/>
                  </a:moveTo>
                  <a:lnTo>
                    <a:pt x="0" y="68455"/>
                  </a:lnTo>
                  <a:lnTo>
                    <a:pt x="322" y="68455"/>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 name="Google Shape;53;p3"/>
          <p:cNvGrpSpPr/>
          <p:nvPr/>
        </p:nvGrpSpPr>
        <p:grpSpPr>
          <a:xfrm>
            <a:off x="520996" y="1091548"/>
            <a:ext cx="199001" cy="2139769"/>
            <a:chOff x="8008096" y="2108910"/>
            <a:chExt cx="199001" cy="2139769"/>
          </a:xfrm>
        </p:grpSpPr>
        <p:sp>
          <p:nvSpPr>
            <p:cNvPr id="54" name="Google Shape;54;p3"/>
            <p:cNvSpPr/>
            <p:nvPr/>
          </p:nvSpPr>
          <p:spPr>
            <a:xfrm>
              <a:off x="8008096" y="4049705"/>
              <a:ext cx="199001" cy="198975"/>
            </a:xfrm>
            <a:custGeom>
              <a:avLst/>
              <a:gdLst/>
              <a:ahLst/>
              <a:cxnLst/>
              <a:rect l="l" t="t" r="r" b="b"/>
              <a:pathLst>
                <a:path w="7594" h="7593" extrusionOk="0">
                  <a:moveTo>
                    <a:pt x="1" y="0"/>
                  </a:moveTo>
                  <a:lnTo>
                    <a:pt x="1" y="7593"/>
                  </a:lnTo>
                  <a:lnTo>
                    <a:pt x="7593" y="7593"/>
                  </a:lnTo>
                  <a:lnTo>
                    <a:pt x="7593" y="0"/>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3"/>
            <p:cNvSpPr/>
            <p:nvPr/>
          </p:nvSpPr>
          <p:spPr>
            <a:xfrm>
              <a:off x="8103246" y="2108910"/>
              <a:ext cx="8464" cy="1793863"/>
            </a:xfrm>
            <a:custGeom>
              <a:avLst/>
              <a:gdLst/>
              <a:ahLst/>
              <a:cxnLst/>
              <a:rect l="l" t="t" r="r" b="b"/>
              <a:pathLst>
                <a:path w="323" h="68455" extrusionOk="0">
                  <a:moveTo>
                    <a:pt x="166" y="1"/>
                  </a:moveTo>
                  <a:lnTo>
                    <a:pt x="0" y="68455"/>
                  </a:lnTo>
                  <a:lnTo>
                    <a:pt x="322" y="68455"/>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6" name="Google Shape;56;p3"/>
          <p:cNvSpPr txBox="1">
            <a:spLocks noGrp="1"/>
          </p:cNvSpPr>
          <p:nvPr>
            <p:ph type="ctrTitle"/>
          </p:nvPr>
        </p:nvSpPr>
        <p:spPr>
          <a:xfrm>
            <a:off x="2031287" y="1742775"/>
            <a:ext cx="2622000" cy="8373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000000"/>
              </a:buClr>
              <a:buSzPts val="1200"/>
              <a:buNone/>
              <a:defRPr sz="4800">
                <a:solidFill>
                  <a:schemeClr val="lt1"/>
                </a:solidFill>
              </a:defRPr>
            </a:lvl1pPr>
            <a:lvl2pPr lvl="1" rtl="0">
              <a:spcBef>
                <a:spcPts val="0"/>
              </a:spcBef>
              <a:spcAft>
                <a:spcPts val="0"/>
              </a:spcAft>
              <a:buClr>
                <a:srgbClr val="000000"/>
              </a:buClr>
              <a:buSzPts val="1200"/>
              <a:buNone/>
              <a:defRPr sz="1200">
                <a:solidFill>
                  <a:srgbClr val="000000"/>
                </a:solidFill>
              </a:defRPr>
            </a:lvl2pPr>
            <a:lvl3pPr lvl="2" rtl="0">
              <a:spcBef>
                <a:spcPts val="0"/>
              </a:spcBef>
              <a:spcAft>
                <a:spcPts val="0"/>
              </a:spcAft>
              <a:buClr>
                <a:srgbClr val="000000"/>
              </a:buClr>
              <a:buSzPts val="1200"/>
              <a:buNone/>
              <a:defRPr sz="1200">
                <a:solidFill>
                  <a:srgbClr val="000000"/>
                </a:solidFill>
              </a:defRPr>
            </a:lvl3pPr>
            <a:lvl4pPr lvl="3" rtl="0">
              <a:spcBef>
                <a:spcPts val="0"/>
              </a:spcBef>
              <a:spcAft>
                <a:spcPts val="0"/>
              </a:spcAft>
              <a:buClr>
                <a:srgbClr val="000000"/>
              </a:buClr>
              <a:buSzPts val="1200"/>
              <a:buNone/>
              <a:defRPr sz="1200">
                <a:solidFill>
                  <a:srgbClr val="000000"/>
                </a:solidFill>
              </a:defRPr>
            </a:lvl4pPr>
            <a:lvl5pPr lvl="4" rtl="0">
              <a:spcBef>
                <a:spcPts val="0"/>
              </a:spcBef>
              <a:spcAft>
                <a:spcPts val="0"/>
              </a:spcAft>
              <a:buClr>
                <a:srgbClr val="000000"/>
              </a:buClr>
              <a:buSzPts val="1200"/>
              <a:buNone/>
              <a:defRPr sz="1200">
                <a:solidFill>
                  <a:srgbClr val="000000"/>
                </a:solidFill>
              </a:defRPr>
            </a:lvl5pPr>
            <a:lvl6pPr lvl="5" rtl="0">
              <a:spcBef>
                <a:spcPts val="0"/>
              </a:spcBef>
              <a:spcAft>
                <a:spcPts val="0"/>
              </a:spcAft>
              <a:buClr>
                <a:srgbClr val="000000"/>
              </a:buClr>
              <a:buSzPts val="1200"/>
              <a:buNone/>
              <a:defRPr sz="1200">
                <a:solidFill>
                  <a:srgbClr val="000000"/>
                </a:solidFill>
              </a:defRPr>
            </a:lvl6pPr>
            <a:lvl7pPr lvl="6" rtl="0">
              <a:spcBef>
                <a:spcPts val="0"/>
              </a:spcBef>
              <a:spcAft>
                <a:spcPts val="0"/>
              </a:spcAft>
              <a:buClr>
                <a:srgbClr val="000000"/>
              </a:buClr>
              <a:buSzPts val="1200"/>
              <a:buNone/>
              <a:defRPr sz="1200">
                <a:solidFill>
                  <a:srgbClr val="000000"/>
                </a:solidFill>
              </a:defRPr>
            </a:lvl7pPr>
            <a:lvl8pPr lvl="7" rtl="0">
              <a:spcBef>
                <a:spcPts val="0"/>
              </a:spcBef>
              <a:spcAft>
                <a:spcPts val="0"/>
              </a:spcAft>
              <a:buClr>
                <a:srgbClr val="000000"/>
              </a:buClr>
              <a:buSzPts val="1200"/>
              <a:buNone/>
              <a:defRPr sz="1200">
                <a:solidFill>
                  <a:srgbClr val="000000"/>
                </a:solidFill>
              </a:defRPr>
            </a:lvl8pPr>
            <a:lvl9pPr lvl="8" rtl="0">
              <a:spcBef>
                <a:spcPts val="0"/>
              </a:spcBef>
              <a:spcAft>
                <a:spcPts val="0"/>
              </a:spcAft>
              <a:buClr>
                <a:srgbClr val="000000"/>
              </a:buClr>
              <a:buSzPts val="1200"/>
              <a:buNone/>
              <a:defRPr sz="1200">
                <a:solidFill>
                  <a:srgbClr val="000000"/>
                </a:solidFill>
              </a:defRPr>
            </a:lvl9pPr>
          </a:lstStyle>
          <a:p>
            <a:endParaRPr/>
          </a:p>
        </p:txBody>
      </p:sp>
      <p:sp>
        <p:nvSpPr>
          <p:cNvPr id="57" name="Google Shape;57;p3"/>
          <p:cNvSpPr txBox="1">
            <a:spLocks noGrp="1"/>
          </p:cNvSpPr>
          <p:nvPr>
            <p:ph type="subTitle" idx="1"/>
          </p:nvPr>
        </p:nvSpPr>
        <p:spPr>
          <a:xfrm>
            <a:off x="1791587" y="2417450"/>
            <a:ext cx="3101400" cy="1048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000000"/>
              </a:buClr>
              <a:buSzPts val="1000"/>
              <a:buNone/>
              <a:defRPr/>
            </a:lvl1pPr>
            <a:lvl2pPr lvl="1" rtl="0">
              <a:lnSpc>
                <a:spcPct val="100000"/>
              </a:lnSpc>
              <a:spcBef>
                <a:spcPts val="0"/>
              </a:spcBef>
              <a:spcAft>
                <a:spcPts val="0"/>
              </a:spcAft>
              <a:buClr>
                <a:srgbClr val="000000"/>
              </a:buClr>
              <a:buSzPts val="1000"/>
              <a:buNone/>
              <a:defRPr sz="1000">
                <a:solidFill>
                  <a:srgbClr val="000000"/>
                </a:solidFill>
              </a:defRPr>
            </a:lvl2pPr>
            <a:lvl3pPr lvl="2" rtl="0">
              <a:lnSpc>
                <a:spcPct val="100000"/>
              </a:lnSpc>
              <a:spcBef>
                <a:spcPts val="0"/>
              </a:spcBef>
              <a:spcAft>
                <a:spcPts val="0"/>
              </a:spcAft>
              <a:buClr>
                <a:srgbClr val="000000"/>
              </a:buClr>
              <a:buSzPts val="1000"/>
              <a:buNone/>
              <a:defRPr sz="1000">
                <a:solidFill>
                  <a:srgbClr val="000000"/>
                </a:solidFill>
              </a:defRPr>
            </a:lvl3pPr>
            <a:lvl4pPr lvl="3" rtl="0">
              <a:lnSpc>
                <a:spcPct val="100000"/>
              </a:lnSpc>
              <a:spcBef>
                <a:spcPts val="0"/>
              </a:spcBef>
              <a:spcAft>
                <a:spcPts val="0"/>
              </a:spcAft>
              <a:buClr>
                <a:srgbClr val="000000"/>
              </a:buClr>
              <a:buSzPts val="1000"/>
              <a:buNone/>
              <a:defRPr sz="1000">
                <a:solidFill>
                  <a:srgbClr val="000000"/>
                </a:solidFill>
              </a:defRPr>
            </a:lvl4pPr>
            <a:lvl5pPr lvl="4" rtl="0">
              <a:lnSpc>
                <a:spcPct val="100000"/>
              </a:lnSpc>
              <a:spcBef>
                <a:spcPts val="0"/>
              </a:spcBef>
              <a:spcAft>
                <a:spcPts val="0"/>
              </a:spcAft>
              <a:buClr>
                <a:srgbClr val="000000"/>
              </a:buClr>
              <a:buSzPts val="1000"/>
              <a:buNone/>
              <a:defRPr sz="1000">
                <a:solidFill>
                  <a:srgbClr val="000000"/>
                </a:solidFill>
              </a:defRPr>
            </a:lvl5pPr>
            <a:lvl6pPr lvl="5" rtl="0">
              <a:lnSpc>
                <a:spcPct val="100000"/>
              </a:lnSpc>
              <a:spcBef>
                <a:spcPts val="0"/>
              </a:spcBef>
              <a:spcAft>
                <a:spcPts val="0"/>
              </a:spcAft>
              <a:buClr>
                <a:srgbClr val="000000"/>
              </a:buClr>
              <a:buSzPts val="1000"/>
              <a:buNone/>
              <a:defRPr sz="1000">
                <a:solidFill>
                  <a:srgbClr val="000000"/>
                </a:solidFill>
              </a:defRPr>
            </a:lvl6pPr>
            <a:lvl7pPr lvl="6" rtl="0">
              <a:lnSpc>
                <a:spcPct val="100000"/>
              </a:lnSpc>
              <a:spcBef>
                <a:spcPts val="0"/>
              </a:spcBef>
              <a:spcAft>
                <a:spcPts val="0"/>
              </a:spcAft>
              <a:buClr>
                <a:srgbClr val="000000"/>
              </a:buClr>
              <a:buSzPts val="1000"/>
              <a:buNone/>
              <a:defRPr sz="1000">
                <a:solidFill>
                  <a:srgbClr val="000000"/>
                </a:solidFill>
              </a:defRPr>
            </a:lvl7pPr>
            <a:lvl8pPr lvl="7" rtl="0">
              <a:lnSpc>
                <a:spcPct val="100000"/>
              </a:lnSpc>
              <a:spcBef>
                <a:spcPts val="0"/>
              </a:spcBef>
              <a:spcAft>
                <a:spcPts val="0"/>
              </a:spcAft>
              <a:buClr>
                <a:srgbClr val="000000"/>
              </a:buClr>
              <a:buSzPts val="1000"/>
              <a:buNone/>
              <a:defRPr sz="1000">
                <a:solidFill>
                  <a:srgbClr val="000000"/>
                </a:solidFill>
              </a:defRPr>
            </a:lvl8pPr>
            <a:lvl9pPr lvl="8"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58" name="Google Shape;58;p3"/>
          <p:cNvSpPr txBox="1">
            <a:spLocks noGrp="1"/>
          </p:cNvSpPr>
          <p:nvPr>
            <p:ph type="title" idx="2" hasCustomPrompt="1"/>
          </p:nvPr>
        </p:nvSpPr>
        <p:spPr>
          <a:xfrm>
            <a:off x="5834900" y="2122225"/>
            <a:ext cx="981000" cy="577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000000"/>
              </a:buClr>
              <a:buSzPts val="4800"/>
              <a:buNone/>
              <a:defRPr sz="6000"/>
            </a:lvl1pPr>
            <a:lvl2pPr lvl="1"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59"/>
        <p:cNvGrpSpPr/>
        <p:nvPr/>
      </p:nvGrpSpPr>
      <p:grpSpPr>
        <a:xfrm>
          <a:off x="0" y="0"/>
          <a:ext cx="0" cy="0"/>
          <a:chOff x="0" y="0"/>
          <a:chExt cx="0" cy="0"/>
        </a:xfrm>
      </p:grpSpPr>
      <p:sp>
        <p:nvSpPr>
          <p:cNvPr id="60" name="Google Shape;60;p4"/>
          <p:cNvSpPr txBox="1">
            <a:spLocks noGrp="1"/>
          </p:cNvSpPr>
          <p:nvPr>
            <p:ph type="body" idx="1"/>
          </p:nvPr>
        </p:nvSpPr>
        <p:spPr>
          <a:xfrm>
            <a:off x="618825" y="1679175"/>
            <a:ext cx="3534300" cy="2090100"/>
          </a:xfrm>
          <a:prstGeom prst="rect">
            <a:avLst/>
          </a:prstGeom>
        </p:spPr>
        <p:txBody>
          <a:bodyPr spcFirstLastPara="1" wrap="square" lIns="91425" tIns="91425" rIns="91425" bIns="91425" anchor="t" anchorCtr="0">
            <a:noAutofit/>
          </a:bodyPr>
          <a:lstStyle>
            <a:lvl1pPr marL="457200" lvl="0" indent="-342900">
              <a:lnSpc>
                <a:spcPct val="100000"/>
              </a:lnSpc>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61" name="Google Shape;61;p4"/>
          <p:cNvSpPr txBox="1">
            <a:spLocks noGrp="1"/>
          </p:cNvSpPr>
          <p:nvPr>
            <p:ph type="ctrTitle"/>
          </p:nvPr>
        </p:nvSpPr>
        <p:spPr>
          <a:xfrm>
            <a:off x="618825" y="411675"/>
            <a:ext cx="26865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3600"/>
              <a:buNone/>
              <a:defRPr sz="3000"/>
            </a:lvl1pPr>
            <a:lvl2pPr lvl="1" algn="ctr" rtl="0">
              <a:spcBef>
                <a:spcPts val="0"/>
              </a:spcBef>
              <a:spcAft>
                <a:spcPts val="0"/>
              </a:spcAft>
              <a:buClr>
                <a:srgbClr val="D9D9D9"/>
              </a:buClr>
              <a:buSzPts val="1800"/>
              <a:buNone/>
              <a:defRPr sz="1800">
                <a:solidFill>
                  <a:srgbClr val="D9D9D9"/>
                </a:solidFill>
              </a:defRPr>
            </a:lvl2pPr>
            <a:lvl3pPr lvl="2" algn="ctr" rtl="0">
              <a:spcBef>
                <a:spcPts val="0"/>
              </a:spcBef>
              <a:spcAft>
                <a:spcPts val="0"/>
              </a:spcAft>
              <a:buClr>
                <a:srgbClr val="D9D9D9"/>
              </a:buClr>
              <a:buSzPts val="1800"/>
              <a:buNone/>
              <a:defRPr sz="1800">
                <a:solidFill>
                  <a:srgbClr val="D9D9D9"/>
                </a:solidFill>
              </a:defRPr>
            </a:lvl3pPr>
            <a:lvl4pPr lvl="3" algn="ctr" rtl="0">
              <a:spcBef>
                <a:spcPts val="0"/>
              </a:spcBef>
              <a:spcAft>
                <a:spcPts val="0"/>
              </a:spcAft>
              <a:buClr>
                <a:srgbClr val="D9D9D9"/>
              </a:buClr>
              <a:buSzPts val="1800"/>
              <a:buNone/>
              <a:defRPr sz="1800">
                <a:solidFill>
                  <a:srgbClr val="D9D9D9"/>
                </a:solidFill>
              </a:defRPr>
            </a:lvl4pPr>
            <a:lvl5pPr lvl="4" algn="ctr" rtl="0">
              <a:spcBef>
                <a:spcPts val="0"/>
              </a:spcBef>
              <a:spcAft>
                <a:spcPts val="0"/>
              </a:spcAft>
              <a:buClr>
                <a:srgbClr val="D9D9D9"/>
              </a:buClr>
              <a:buSzPts val="1800"/>
              <a:buNone/>
              <a:defRPr sz="1800">
                <a:solidFill>
                  <a:srgbClr val="D9D9D9"/>
                </a:solidFill>
              </a:defRPr>
            </a:lvl5pPr>
            <a:lvl6pPr lvl="5" algn="ctr" rtl="0">
              <a:spcBef>
                <a:spcPts val="0"/>
              </a:spcBef>
              <a:spcAft>
                <a:spcPts val="0"/>
              </a:spcAft>
              <a:buClr>
                <a:srgbClr val="D9D9D9"/>
              </a:buClr>
              <a:buSzPts val="1800"/>
              <a:buNone/>
              <a:defRPr sz="1800">
                <a:solidFill>
                  <a:srgbClr val="D9D9D9"/>
                </a:solidFill>
              </a:defRPr>
            </a:lvl6pPr>
            <a:lvl7pPr lvl="6" algn="ctr" rtl="0">
              <a:spcBef>
                <a:spcPts val="0"/>
              </a:spcBef>
              <a:spcAft>
                <a:spcPts val="0"/>
              </a:spcAft>
              <a:buClr>
                <a:srgbClr val="D9D9D9"/>
              </a:buClr>
              <a:buSzPts val="1800"/>
              <a:buNone/>
              <a:defRPr sz="1800">
                <a:solidFill>
                  <a:srgbClr val="D9D9D9"/>
                </a:solidFill>
              </a:defRPr>
            </a:lvl7pPr>
            <a:lvl8pPr lvl="7" algn="ctr" rtl="0">
              <a:spcBef>
                <a:spcPts val="0"/>
              </a:spcBef>
              <a:spcAft>
                <a:spcPts val="0"/>
              </a:spcAft>
              <a:buClr>
                <a:srgbClr val="D9D9D9"/>
              </a:buClr>
              <a:buSzPts val="1800"/>
              <a:buNone/>
              <a:defRPr sz="1800">
                <a:solidFill>
                  <a:srgbClr val="D9D9D9"/>
                </a:solidFill>
              </a:defRPr>
            </a:lvl8pPr>
            <a:lvl9pPr lvl="8" algn="ctr" rtl="0">
              <a:spcBef>
                <a:spcPts val="0"/>
              </a:spcBef>
              <a:spcAft>
                <a:spcPts val="0"/>
              </a:spcAft>
              <a:buClr>
                <a:srgbClr val="D9D9D9"/>
              </a:buClr>
              <a:buSzPts val="1800"/>
              <a:buNone/>
              <a:defRPr sz="1800">
                <a:solidFill>
                  <a:srgbClr val="D9D9D9"/>
                </a:solidFill>
              </a:defRPr>
            </a:lvl9pPr>
          </a:lstStyle>
          <a:p>
            <a:endParaRPr/>
          </a:p>
        </p:txBody>
      </p:sp>
      <p:sp>
        <p:nvSpPr>
          <p:cNvPr id="62" name="Google Shape;62;p4"/>
          <p:cNvSpPr/>
          <p:nvPr/>
        </p:nvSpPr>
        <p:spPr>
          <a:xfrm>
            <a:off x="720000" y="4690125"/>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4"/>
          <p:cNvSpPr/>
          <p:nvPr/>
        </p:nvSpPr>
        <p:spPr>
          <a:xfrm>
            <a:off x="2058475" y="4152200"/>
            <a:ext cx="108650" cy="108650"/>
          </a:xfrm>
          <a:custGeom>
            <a:avLst/>
            <a:gdLst/>
            <a:ahLst/>
            <a:cxnLst/>
            <a:rect l="l" t="t" r="r" b="b"/>
            <a:pathLst>
              <a:path w="4346" h="4346" extrusionOk="0">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4"/>
          <p:cNvSpPr/>
          <p:nvPr/>
        </p:nvSpPr>
        <p:spPr>
          <a:xfrm>
            <a:off x="1432075" y="4296400"/>
            <a:ext cx="52475" cy="52450"/>
          </a:xfrm>
          <a:custGeom>
            <a:avLst/>
            <a:gdLst/>
            <a:ahLst/>
            <a:cxnLst/>
            <a:rect l="l" t="t" r="r" b="b"/>
            <a:pathLst>
              <a:path w="2099" h="2098" extrusionOk="0">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4"/>
          <p:cNvSpPr/>
          <p:nvPr/>
        </p:nvSpPr>
        <p:spPr>
          <a:xfrm>
            <a:off x="2194725" y="4474775"/>
            <a:ext cx="164350" cy="164350"/>
          </a:xfrm>
          <a:custGeom>
            <a:avLst/>
            <a:gdLst/>
            <a:ahLst/>
            <a:cxnLst/>
            <a:rect l="l" t="t" r="r" b="b"/>
            <a:pathLst>
              <a:path w="6574" h="6574" extrusionOk="0">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4"/>
          <p:cNvSpPr/>
          <p:nvPr/>
        </p:nvSpPr>
        <p:spPr>
          <a:xfrm>
            <a:off x="1585475" y="4695513"/>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7" name="Google Shape;67;p4"/>
          <p:cNvGrpSpPr/>
          <p:nvPr/>
        </p:nvGrpSpPr>
        <p:grpSpPr>
          <a:xfrm>
            <a:off x="8148521" y="3004593"/>
            <a:ext cx="98059" cy="1147596"/>
            <a:chOff x="3347921" y="16006"/>
            <a:chExt cx="98059" cy="1147596"/>
          </a:xfrm>
        </p:grpSpPr>
        <p:sp>
          <p:nvSpPr>
            <p:cNvPr id="68" name="Google Shape;68;p4"/>
            <p:cNvSpPr/>
            <p:nvPr/>
          </p:nvSpPr>
          <p:spPr>
            <a:xfrm>
              <a:off x="3347921" y="1065280"/>
              <a:ext cx="98059" cy="98321"/>
            </a:xfrm>
            <a:custGeom>
              <a:avLst/>
              <a:gdLst/>
              <a:ahLst/>
              <a:cxnLst/>
              <a:rect l="l" t="t" r="r" b="b"/>
              <a:pathLst>
                <a:path w="3742" h="3752" fill="none" extrusionOk="0">
                  <a:moveTo>
                    <a:pt x="0" y="1"/>
                  </a:moveTo>
                  <a:lnTo>
                    <a:pt x="3741" y="1"/>
                  </a:lnTo>
                  <a:lnTo>
                    <a:pt x="3741" y="3751"/>
                  </a:lnTo>
                  <a:lnTo>
                    <a:pt x="0" y="3751"/>
                  </a:lnTo>
                  <a:close/>
                </a:path>
              </a:pathLst>
            </a:custGeom>
            <a:noFill/>
            <a:ln w="2975" cap="flat" cmpd="sng">
              <a:solidFill>
                <a:srgbClr val="E898A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4"/>
            <p:cNvSpPr/>
            <p:nvPr/>
          </p:nvSpPr>
          <p:spPr>
            <a:xfrm>
              <a:off x="3392705" y="16006"/>
              <a:ext cx="8464" cy="894665"/>
            </a:xfrm>
            <a:custGeom>
              <a:avLst/>
              <a:gdLst/>
              <a:ahLst/>
              <a:cxnLst/>
              <a:rect l="l" t="t" r="r" b="b"/>
              <a:pathLst>
                <a:path w="323" h="34141" extrusionOk="0">
                  <a:moveTo>
                    <a:pt x="157" y="1"/>
                  </a:moveTo>
                  <a:lnTo>
                    <a:pt x="1" y="34141"/>
                  </a:lnTo>
                  <a:lnTo>
                    <a:pt x="323" y="34141"/>
                  </a:lnTo>
                  <a:lnTo>
                    <a:pt x="157"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 name="Google Shape;70;p4"/>
          <p:cNvGrpSpPr/>
          <p:nvPr/>
        </p:nvGrpSpPr>
        <p:grpSpPr>
          <a:xfrm>
            <a:off x="281421" y="3769263"/>
            <a:ext cx="121172" cy="760495"/>
            <a:chOff x="5245196" y="3136513"/>
            <a:chExt cx="121172" cy="760495"/>
          </a:xfrm>
        </p:grpSpPr>
        <p:sp>
          <p:nvSpPr>
            <p:cNvPr id="71" name="Google Shape;71;p4"/>
            <p:cNvSpPr/>
            <p:nvPr/>
          </p:nvSpPr>
          <p:spPr>
            <a:xfrm>
              <a:off x="5245196" y="3775810"/>
              <a:ext cx="121172" cy="121198"/>
            </a:xfrm>
            <a:custGeom>
              <a:avLst/>
              <a:gdLst/>
              <a:ahLst/>
              <a:cxnLst/>
              <a:rect l="l" t="t" r="r" b="b"/>
              <a:pathLst>
                <a:path w="4624" h="4625" extrusionOk="0">
                  <a:moveTo>
                    <a:pt x="0" y="1"/>
                  </a:moveTo>
                  <a:lnTo>
                    <a:pt x="0" y="4624"/>
                  </a:lnTo>
                  <a:lnTo>
                    <a:pt x="4624" y="4624"/>
                  </a:lnTo>
                  <a:lnTo>
                    <a:pt x="4624"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4"/>
            <p:cNvSpPr/>
            <p:nvPr/>
          </p:nvSpPr>
          <p:spPr>
            <a:xfrm>
              <a:off x="5309007" y="3136513"/>
              <a:ext cx="8464" cy="554288"/>
            </a:xfrm>
            <a:custGeom>
              <a:avLst/>
              <a:gdLst/>
              <a:ahLst/>
              <a:cxnLst/>
              <a:rect l="l" t="t" r="r" b="b"/>
              <a:pathLst>
                <a:path w="323" h="21152" extrusionOk="0">
                  <a:moveTo>
                    <a:pt x="166" y="1"/>
                  </a:moveTo>
                  <a:lnTo>
                    <a:pt x="0" y="21152"/>
                  </a:lnTo>
                  <a:lnTo>
                    <a:pt x="322" y="21152"/>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 name="Google Shape;73;p4"/>
          <p:cNvGrpSpPr/>
          <p:nvPr/>
        </p:nvGrpSpPr>
        <p:grpSpPr>
          <a:xfrm>
            <a:off x="8534739" y="4069632"/>
            <a:ext cx="57599" cy="831799"/>
            <a:chOff x="2038689" y="173907"/>
            <a:chExt cx="57599" cy="831799"/>
          </a:xfrm>
        </p:grpSpPr>
        <p:sp>
          <p:nvSpPr>
            <p:cNvPr id="74" name="Google Shape;74;p4"/>
            <p:cNvSpPr/>
            <p:nvPr/>
          </p:nvSpPr>
          <p:spPr>
            <a:xfrm>
              <a:off x="2038689" y="947872"/>
              <a:ext cx="57599" cy="57834"/>
            </a:xfrm>
            <a:custGeom>
              <a:avLst/>
              <a:gdLst/>
              <a:ahLst/>
              <a:cxnLst/>
              <a:rect l="l" t="t" r="r" b="b"/>
              <a:pathLst>
                <a:path w="2198" h="2207" fill="none" extrusionOk="0">
                  <a:moveTo>
                    <a:pt x="1" y="0"/>
                  </a:moveTo>
                  <a:lnTo>
                    <a:pt x="2197" y="0"/>
                  </a:lnTo>
                  <a:lnTo>
                    <a:pt x="2197" y="2206"/>
                  </a:lnTo>
                  <a:lnTo>
                    <a:pt x="1" y="2206"/>
                  </a:lnTo>
                  <a:close/>
                </a:path>
              </a:pathLst>
            </a:custGeom>
            <a:noFill/>
            <a:ln w="2975" cap="flat" cmpd="sng">
              <a:solidFill>
                <a:srgbClr val="00CFC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4"/>
            <p:cNvSpPr/>
            <p:nvPr/>
          </p:nvSpPr>
          <p:spPr>
            <a:xfrm>
              <a:off x="2063269" y="173907"/>
              <a:ext cx="8438" cy="692074"/>
            </a:xfrm>
            <a:custGeom>
              <a:avLst/>
              <a:gdLst/>
              <a:ahLst/>
              <a:cxnLst/>
              <a:rect l="l" t="t" r="r" b="b"/>
              <a:pathLst>
                <a:path w="322" h="26410" extrusionOk="0">
                  <a:moveTo>
                    <a:pt x="166" y="1"/>
                  </a:moveTo>
                  <a:lnTo>
                    <a:pt x="0" y="26410"/>
                  </a:lnTo>
                  <a:lnTo>
                    <a:pt x="322" y="26410"/>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 name="Google Shape;76;p4"/>
          <p:cNvSpPr/>
          <p:nvPr/>
        </p:nvSpPr>
        <p:spPr>
          <a:xfrm>
            <a:off x="7686100" y="4568875"/>
            <a:ext cx="164350" cy="164350"/>
          </a:xfrm>
          <a:custGeom>
            <a:avLst/>
            <a:gdLst/>
            <a:ahLst/>
            <a:cxnLst/>
            <a:rect l="l" t="t" r="r" b="b"/>
            <a:pathLst>
              <a:path w="6574" h="6574" extrusionOk="0">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4"/>
          <p:cNvSpPr/>
          <p:nvPr/>
        </p:nvSpPr>
        <p:spPr>
          <a:xfrm>
            <a:off x="8868125" y="3769263"/>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3"/>
        <p:cNvGrpSpPr/>
        <p:nvPr/>
      </p:nvGrpSpPr>
      <p:grpSpPr>
        <a:xfrm>
          <a:off x="0" y="0"/>
          <a:ext cx="0" cy="0"/>
          <a:chOff x="0" y="0"/>
          <a:chExt cx="0" cy="0"/>
        </a:xfrm>
      </p:grpSpPr>
      <p:sp>
        <p:nvSpPr>
          <p:cNvPr id="94" name="Google Shape;94;p6"/>
          <p:cNvSpPr txBox="1">
            <a:spLocks noGrp="1"/>
          </p:cNvSpPr>
          <p:nvPr>
            <p:ph type="ctrTitle"/>
          </p:nvPr>
        </p:nvSpPr>
        <p:spPr>
          <a:xfrm>
            <a:off x="618825" y="411675"/>
            <a:ext cx="47277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3600"/>
              <a:buNone/>
              <a:defRPr sz="3000"/>
            </a:lvl1pPr>
            <a:lvl2pPr lvl="1" algn="ctr" rtl="0">
              <a:spcBef>
                <a:spcPts val="0"/>
              </a:spcBef>
              <a:spcAft>
                <a:spcPts val="0"/>
              </a:spcAft>
              <a:buClr>
                <a:srgbClr val="D9D9D9"/>
              </a:buClr>
              <a:buSzPts val="1800"/>
              <a:buNone/>
              <a:defRPr sz="1800">
                <a:solidFill>
                  <a:srgbClr val="D9D9D9"/>
                </a:solidFill>
              </a:defRPr>
            </a:lvl2pPr>
            <a:lvl3pPr lvl="2" algn="ctr" rtl="0">
              <a:spcBef>
                <a:spcPts val="0"/>
              </a:spcBef>
              <a:spcAft>
                <a:spcPts val="0"/>
              </a:spcAft>
              <a:buClr>
                <a:srgbClr val="D9D9D9"/>
              </a:buClr>
              <a:buSzPts val="1800"/>
              <a:buNone/>
              <a:defRPr sz="1800">
                <a:solidFill>
                  <a:srgbClr val="D9D9D9"/>
                </a:solidFill>
              </a:defRPr>
            </a:lvl3pPr>
            <a:lvl4pPr lvl="3" algn="ctr" rtl="0">
              <a:spcBef>
                <a:spcPts val="0"/>
              </a:spcBef>
              <a:spcAft>
                <a:spcPts val="0"/>
              </a:spcAft>
              <a:buClr>
                <a:srgbClr val="D9D9D9"/>
              </a:buClr>
              <a:buSzPts val="1800"/>
              <a:buNone/>
              <a:defRPr sz="1800">
                <a:solidFill>
                  <a:srgbClr val="D9D9D9"/>
                </a:solidFill>
              </a:defRPr>
            </a:lvl4pPr>
            <a:lvl5pPr lvl="4" algn="ctr" rtl="0">
              <a:spcBef>
                <a:spcPts val="0"/>
              </a:spcBef>
              <a:spcAft>
                <a:spcPts val="0"/>
              </a:spcAft>
              <a:buClr>
                <a:srgbClr val="D9D9D9"/>
              </a:buClr>
              <a:buSzPts val="1800"/>
              <a:buNone/>
              <a:defRPr sz="1800">
                <a:solidFill>
                  <a:srgbClr val="D9D9D9"/>
                </a:solidFill>
              </a:defRPr>
            </a:lvl5pPr>
            <a:lvl6pPr lvl="5" algn="ctr" rtl="0">
              <a:spcBef>
                <a:spcPts val="0"/>
              </a:spcBef>
              <a:spcAft>
                <a:spcPts val="0"/>
              </a:spcAft>
              <a:buClr>
                <a:srgbClr val="D9D9D9"/>
              </a:buClr>
              <a:buSzPts val="1800"/>
              <a:buNone/>
              <a:defRPr sz="1800">
                <a:solidFill>
                  <a:srgbClr val="D9D9D9"/>
                </a:solidFill>
              </a:defRPr>
            </a:lvl6pPr>
            <a:lvl7pPr lvl="6" algn="ctr" rtl="0">
              <a:spcBef>
                <a:spcPts val="0"/>
              </a:spcBef>
              <a:spcAft>
                <a:spcPts val="0"/>
              </a:spcAft>
              <a:buClr>
                <a:srgbClr val="D9D9D9"/>
              </a:buClr>
              <a:buSzPts val="1800"/>
              <a:buNone/>
              <a:defRPr sz="1800">
                <a:solidFill>
                  <a:srgbClr val="D9D9D9"/>
                </a:solidFill>
              </a:defRPr>
            </a:lvl7pPr>
            <a:lvl8pPr lvl="7" algn="ctr" rtl="0">
              <a:spcBef>
                <a:spcPts val="0"/>
              </a:spcBef>
              <a:spcAft>
                <a:spcPts val="0"/>
              </a:spcAft>
              <a:buClr>
                <a:srgbClr val="D9D9D9"/>
              </a:buClr>
              <a:buSzPts val="1800"/>
              <a:buNone/>
              <a:defRPr sz="1800">
                <a:solidFill>
                  <a:srgbClr val="D9D9D9"/>
                </a:solidFill>
              </a:defRPr>
            </a:lvl8pPr>
            <a:lvl9pPr lvl="8" algn="ctr" rtl="0">
              <a:spcBef>
                <a:spcPts val="0"/>
              </a:spcBef>
              <a:spcAft>
                <a:spcPts val="0"/>
              </a:spcAft>
              <a:buClr>
                <a:srgbClr val="D9D9D9"/>
              </a:buClr>
              <a:buSzPts val="1800"/>
              <a:buNone/>
              <a:defRPr sz="1800">
                <a:solidFill>
                  <a:srgbClr val="D9D9D9"/>
                </a:solidFill>
              </a:defRPr>
            </a:lvl9pPr>
          </a:lstStyle>
          <a:p>
            <a:endParaRPr/>
          </a:p>
        </p:txBody>
      </p:sp>
      <p:sp>
        <p:nvSpPr>
          <p:cNvPr id="95" name="Google Shape;95;p6"/>
          <p:cNvSpPr/>
          <p:nvPr/>
        </p:nvSpPr>
        <p:spPr>
          <a:xfrm>
            <a:off x="7573050" y="277375"/>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6"/>
          <p:cNvSpPr/>
          <p:nvPr/>
        </p:nvSpPr>
        <p:spPr>
          <a:xfrm>
            <a:off x="8985850" y="411675"/>
            <a:ext cx="108650" cy="108650"/>
          </a:xfrm>
          <a:custGeom>
            <a:avLst/>
            <a:gdLst/>
            <a:ahLst/>
            <a:cxnLst/>
            <a:rect l="l" t="t" r="r" b="b"/>
            <a:pathLst>
              <a:path w="4346" h="4346" extrusionOk="0">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6"/>
          <p:cNvSpPr/>
          <p:nvPr/>
        </p:nvSpPr>
        <p:spPr>
          <a:xfrm>
            <a:off x="8359450" y="555875"/>
            <a:ext cx="52475" cy="52450"/>
          </a:xfrm>
          <a:custGeom>
            <a:avLst/>
            <a:gdLst/>
            <a:ahLst/>
            <a:cxnLst/>
            <a:rect l="l" t="t" r="r" b="b"/>
            <a:pathLst>
              <a:path w="2099" h="2098" extrusionOk="0">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6"/>
          <p:cNvSpPr/>
          <p:nvPr/>
        </p:nvSpPr>
        <p:spPr>
          <a:xfrm>
            <a:off x="9122100" y="734250"/>
            <a:ext cx="164350" cy="164350"/>
          </a:xfrm>
          <a:custGeom>
            <a:avLst/>
            <a:gdLst/>
            <a:ahLst/>
            <a:cxnLst/>
            <a:rect l="l" t="t" r="r" b="b"/>
            <a:pathLst>
              <a:path w="6574" h="6574" extrusionOk="0">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6"/>
          <p:cNvSpPr/>
          <p:nvPr/>
        </p:nvSpPr>
        <p:spPr>
          <a:xfrm>
            <a:off x="8798600" y="1088650"/>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6"/>
          <p:cNvSpPr/>
          <p:nvPr/>
        </p:nvSpPr>
        <p:spPr>
          <a:xfrm>
            <a:off x="6099342" y="-150600"/>
            <a:ext cx="96045" cy="95462"/>
          </a:xfrm>
          <a:custGeom>
            <a:avLst/>
            <a:gdLst/>
            <a:ahLst/>
            <a:cxnLst/>
            <a:rect l="l" t="t" r="r" b="b"/>
            <a:pathLst>
              <a:path w="3128" h="3109" extrusionOk="0">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6"/>
          <p:cNvSpPr/>
          <p:nvPr/>
        </p:nvSpPr>
        <p:spPr>
          <a:xfrm>
            <a:off x="6702523" y="444536"/>
            <a:ext cx="95493" cy="95462"/>
          </a:xfrm>
          <a:custGeom>
            <a:avLst/>
            <a:gdLst/>
            <a:ahLst/>
            <a:cxnLst/>
            <a:rect l="l" t="t" r="r" b="b"/>
            <a:pathLst>
              <a:path w="3110" h="3109" extrusionOk="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6"/>
          <p:cNvSpPr/>
          <p:nvPr/>
        </p:nvSpPr>
        <p:spPr>
          <a:xfrm>
            <a:off x="5904975" y="143222"/>
            <a:ext cx="82259" cy="82259"/>
          </a:xfrm>
          <a:custGeom>
            <a:avLst/>
            <a:gdLst/>
            <a:ahLst/>
            <a:cxnLst/>
            <a:rect l="l" t="t" r="r" b="b"/>
            <a:pathLst>
              <a:path w="2679" h="2679" extrusionOk="0">
                <a:moveTo>
                  <a:pt x="1" y="1"/>
                </a:moveTo>
                <a:lnTo>
                  <a:pt x="1" y="2679"/>
                </a:lnTo>
                <a:lnTo>
                  <a:pt x="2679" y="2679"/>
                </a:lnTo>
                <a:lnTo>
                  <a:pt x="2679"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6"/>
          <p:cNvSpPr/>
          <p:nvPr/>
        </p:nvSpPr>
        <p:spPr>
          <a:xfrm>
            <a:off x="303600" y="4401725"/>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6"/>
          <p:cNvSpPr/>
          <p:nvPr/>
        </p:nvSpPr>
        <p:spPr>
          <a:xfrm>
            <a:off x="564075" y="4753900"/>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69"/>
        <p:cNvGrpSpPr/>
        <p:nvPr/>
      </p:nvGrpSpPr>
      <p:grpSpPr>
        <a:xfrm>
          <a:off x="0" y="0"/>
          <a:ext cx="0" cy="0"/>
          <a:chOff x="0" y="0"/>
          <a:chExt cx="0" cy="0"/>
        </a:xfrm>
      </p:grpSpPr>
      <p:sp>
        <p:nvSpPr>
          <p:cNvPr id="170" name="Google Shape;170;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171" name="Google Shape;171;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72" name="Google Shape;172;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17"/>
        <p:cNvGrpSpPr/>
        <p:nvPr/>
      </p:nvGrpSpPr>
      <p:grpSpPr>
        <a:xfrm>
          <a:off x="0" y="0"/>
          <a:ext cx="0" cy="0"/>
          <a:chOff x="0" y="0"/>
          <a:chExt cx="0" cy="0"/>
        </a:xfrm>
      </p:grpSpPr>
      <p:sp>
        <p:nvSpPr>
          <p:cNvPr id="218" name="Google Shape;218;p12"/>
          <p:cNvSpPr txBox="1">
            <a:spLocks noGrp="1"/>
          </p:cNvSpPr>
          <p:nvPr>
            <p:ph type="title" hasCustomPrompt="1"/>
          </p:nvPr>
        </p:nvSpPr>
        <p:spPr>
          <a:xfrm>
            <a:off x="1733725" y="856650"/>
            <a:ext cx="5676600" cy="12303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8000">
                <a:solidFill>
                  <a:schemeClr val="accent2"/>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19" name="Google Shape;219;p12"/>
          <p:cNvSpPr txBox="1">
            <a:spLocks noGrp="1"/>
          </p:cNvSpPr>
          <p:nvPr>
            <p:ph type="body" idx="1"/>
          </p:nvPr>
        </p:nvSpPr>
        <p:spPr>
          <a:xfrm>
            <a:off x="3208075" y="2086950"/>
            <a:ext cx="2727900" cy="7155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grpSp>
        <p:nvGrpSpPr>
          <p:cNvPr id="220" name="Google Shape;220;p12"/>
          <p:cNvGrpSpPr/>
          <p:nvPr/>
        </p:nvGrpSpPr>
        <p:grpSpPr>
          <a:xfrm>
            <a:off x="722446" y="3412541"/>
            <a:ext cx="7699120" cy="1883463"/>
            <a:chOff x="4558950" y="838825"/>
            <a:chExt cx="2813800" cy="688350"/>
          </a:xfrm>
        </p:grpSpPr>
        <p:sp>
          <p:nvSpPr>
            <p:cNvPr id="221" name="Google Shape;221;p12"/>
            <p:cNvSpPr/>
            <p:nvPr/>
          </p:nvSpPr>
          <p:spPr>
            <a:xfrm>
              <a:off x="6067275" y="838825"/>
              <a:ext cx="46025" cy="39525"/>
            </a:xfrm>
            <a:custGeom>
              <a:avLst/>
              <a:gdLst/>
              <a:ahLst/>
              <a:cxnLst/>
              <a:rect l="l" t="t" r="r" b="b"/>
              <a:pathLst>
                <a:path w="1841" h="1581" extrusionOk="0">
                  <a:moveTo>
                    <a:pt x="1059" y="0"/>
                  </a:moveTo>
                  <a:cubicBezTo>
                    <a:pt x="353" y="0"/>
                    <a:pt x="1" y="857"/>
                    <a:pt x="492" y="1348"/>
                  </a:cubicBezTo>
                  <a:cubicBezTo>
                    <a:pt x="656" y="1508"/>
                    <a:pt x="856" y="1580"/>
                    <a:pt x="1051" y="1580"/>
                  </a:cubicBezTo>
                  <a:cubicBezTo>
                    <a:pt x="1456" y="1580"/>
                    <a:pt x="1840" y="1270"/>
                    <a:pt x="1840" y="794"/>
                  </a:cubicBezTo>
                  <a:cubicBezTo>
                    <a:pt x="1840" y="353"/>
                    <a:pt x="1487" y="0"/>
                    <a:pt x="1059" y="0"/>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2"/>
            <p:cNvSpPr/>
            <p:nvPr/>
          </p:nvSpPr>
          <p:spPr>
            <a:xfrm>
              <a:off x="4703850" y="911275"/>
              <a:ext cx="2580700" cy="613375"/>
            </a:xfrm>
            <a:custGeom>
              <a:avLst/>
              <a:gdLst/>
              <a:ahLst/>
              <a:cxnLst/>
              <a:rect l="l" t="t" r="r" b="b"/>
              <a:pathLst>
                <a:path w="103228" h="24535" extrusionOk="0">
                  <a:moveTo>
                    <a:pt x="47431" y="0"/>
                  </a:moveTo>
                  <a:lnTo>
                    <a:pt x="34779" y="13685"/>
                  </a:lnTo>
                  <a:lnTo>
                    <a:pt x="20906" y="18309"/>
                  </a:lnTo>
                  <a:lnTo>
                    <a:pt x="15412" y="16898"/>
                  </a:lnTo>
                  <a:lnTo>
                    <a:pt x="9061" y="9892"/>
                  </a:lnTo>
                  <a:lnTo>
                    <a:pt x="1" y="24459"/>
                  </a:lnTo>
                  <a:lnTo>
                    <a:pt x="127" y="24534"/>
                  </a:lnTo>
                  <a:lnTo>
                    <a:pt x="9086" y="10131"/>
                  </a:lnTo>
                  <a:lnTo>
                    <a:pt x="15336" y="17024"/>
                  </a:lnTo>
                  <a:lnTo>
                    <a:pt x="20893" y="18448"/>
                  </a:lnTo>
                  <a:lnTo>
                    <a:pt x="20918" y="18461"/>
                  </a:lnTo>
                  <a:lnTo>
                    <a:pt x="34855" y="13811"/>
                  </a:lnTo>
                  <a:lnTo>
                    <a:pt x="47431" y="215"/>
                  </a:lnTo>
                  <a:lnTo>
                    <a:pt x="59099" y="12778"/>
                  </a:lnTo>
                  <a:lnTo>
                    <a:pt x="67479" y="19620"/>
                  </a:lnTo>
                  <a:lnTo>
                    <a:pt x="76513" y="18196"/>
                  </a:lnTo>
                  <a:lnTo>
                    <a:pt x="82209" y="19885"/>
                  </a:lnTo>
                  <a:lnTo>
                    <a:pt x="88661" y="9035"/>
                  </a:lnTo>
                  <a:lnTo>
                    <a:pt x="95138" y="5860"/>
                  </a:lnTo>
                  <a:lnTo>
                    <a:pt x="103101" y="24496"/>
                  </a:lnTo>
                  <a:lnTo>
                    <a:pt x="103227" y="24433"/>
                  </a:lnTo>
                  <a:lnTo>
                    <a:pt x="95213" y="5671"/>
                  </a:lnTo>
                  <a:lnTo>
                    <a:pt x="88585" y="8922"/>
                  </a:lnTo>
                  <a:lnTo>
                    <a:pt x="88560" y="8934"/>
                  </a:lnTo>
                  <a:lnTo>
                    <a:pt x="82146" y="19708"/>
                  </a:lnTo>
                  <a:lnTo>
                    <a:pt x="76539" y="18057"/>
                  </a:lnTo>
                  <a:lnTo>
                    <a:pt x="76513" y="18045"/>
                  </a:lnTo>
                  <a:lnTo>
                    <a:pt x="67529" y="19469"/>
                  </a:lnTo>
                  <a:lnTo>
                    <a:pt x="59187" y="12664"/>
                  </a:lnTo>
                  <a:lnTo>
                    <a:pt x="47431"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12"/>
            <p:cNvSpPr/>
            <p:nvPr/>
          </p:nvSpPr>
          <p:spPr>
            <a:xfrm>
              <a:off x="4704175" y="930800"/>
              <a:ext cx="2582575" cy="595725"/>
            </a:xfrm>
            <a:custGeom>
              <a:avLst/>
              <a:gdLst/>
              <a:ahLst/>
              <a:cxnLst/>
              <a:rect l="l" t="t" r="r" b="b"/>
              <a:pathLst>
                <a:path w="103303" h="23829" extrusionOk="0">
                  <a:moveTo>
                    <a:pt x="67125" y="1"/>
                  </a:moveTo>
                  <a:lnTo>
                    <a:pt x="58065" y="5948"/>
                  </a:lnTo>
                  <a:lnTo>
                    <a:pt x="47115" y="9817"/>
                  </a:lnTo>
                  <a:lnTo>
                    <a:pt x="41747" y="17995"/>
                  </a:lnTo>
                  <a:lnTo>
                    <a:pt x="26941" y="870"/>
                  </a:lnTo>
                  <a:lnTo>
                    <a:pt x="19822" y="13421"/>
                  </a:lnTo>
                  <a:lnTo>
                    <a:pt x="8758" y="16054"/>
                  </a:lnTo>
                  <a:lnTo>
                    <a:pt x="8733" y="16054"/>
                  </a:lnTo>
                  <a:lnTo>
                    <a:pt x="1" y="23665"/>
                  </a:lnTo>
                  <a:lnTo>
                    <a:pt x="101" y="23766"/>
                  </a:lnTo>
                  <a:lnTo>
                    <a:pt x="8809" y="16180"/>
                  </a:lnTo>
                  <a:lnTo>
                    <a:pt x="19885" y="13547"/>
                  </a:lnTo>
                  <a:lnTo>
                    <a:pt x="19910" y="13547"/>
                  </a:lnTo>
                  <a:lnTo>
                    <a:pt x="26966" y="1122"/>
                  </a:lnTo>
                  <a:lnTo>
                    <a:pt x="41697" y="18158"/>
                  </a:lnTo>
                  <a:lnTo>
                    <a:pt x="41760" y="18234"/>
                  </a:lnTo>
                  <a:lnTo>
                    <a:pt x="47203" y="9930"/>
                  </a:lnTo>
                  <a:lnTo>
                    <a:pt x="58116" y="6087"/>
                  </a:lnTo>
                  <a:lnTo>
                    <a:pt x="67088" y="190"/>
                  </a:lnTo>
                  <a:lnTo>
                    <a:pt x="73224" y="8884"/>
                  </a:lnTo>
                  <a:lnTo>
                    <a:pt x="73262" y="8935"/>
                  </a:lnTo>
                  <a:lnTo>
                    <a:pt x="81125" y="5583"/>
                  </a:lnTo>
                  <a:lnTo>
                    <a:pt x="94091" y="13408"/>
                  </a:lnTo>
                  <a:lnTo>
                    <a:pt x="103189" y="23829"/>
                  </a:lnTo>
                  <a:lnTo>
                    <a:pt x="103303" y="23728"/>
                  </a:lnTo>
                  <a:lnTo>
                    <a:pt x="94192" y="13307"/>
                  </a:lnTo>
                  <a:lnTo>
                    <a:pt x="81138" y="5419"/>
                  </a:lnTo>
                  <a:lnTo>
                    <a:pt x="73312" y="8758"/>
                  </a:lnTo>
                  <a:lnTo>
                    <a:pt x="67125"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12"/>
            <p:cNvSpPr/>
            <p:nvPr/>
          </p:nvSpPr>
          <p:spPr>
            <a:xfrm>
              <a:off x="4904225" y="1145950"/>
              <a:ext cx="46000" cy="39350"/>
            </a:xfrm>
            <a:custGeom>
              <a:avLst/>
              <a:gdLst/>
              <a:ahLst/>
              <a:cxnLst/>
              <a:rect l="l" t="t" r="r" b="b"/>
              <a:pathLst>
                <a:path w="1840" h="1574" extrusionOk="0">
                  <a:moveTo>
                    <a:pt x="1059" y="1"/>
                  </a:moveTo>
                  <a:cubicBezTo>
                    <a:pt x="353" y="1"/>
                    <a:pt x="0" y="845"/>
                    <a:pt x="504" y="1337"/>
                  </a:cubicBezTo>
                  <a:cubicBezTo>
                    <a:pt x="664" y="1501"/>
                    <a:pt x="861" y="1574"/>
                    <a:pt x="1054" y="1574"/>
                  </a:cubicBezTo>
                  <a:cubicBezTo>
                    <a:pt x="1455" y="1574"/>
                    <a:pt x="1840" y="1258"/>
                    <a:pt x="1840" y="782"/>
                  </a:cubicBezTo>
                  <a:cubicBezTo>
                    <a:pt x="1840" y="354"/>
                    <a:pt x="1487" y="1"/>
                    <a:pt x="1059" y="1"/>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2"/>
            <p:cNvSpPr/>
            <p:nvPr/>
          </p:nvSpPr>
          <p:spPr>
            <a:xfrm>
              <a:off x="5062350" y="1316075"/>
              <a:ext cx="46025" cy="39350"/>
            </a:xfrm>
            <a:custGeom>
              <a:avLst/>
              <a:gdLst/>
              <a:ahLst/>
              <a:cxnLst/>
              <a:rect l="l" t="t" r="r" b="b"/>
              <a:pathLst>
                <a:path w="1841" h="1574" extrusionOk="0">
                  <a:moveTo>
                    <a:pt x="1059" y="0"/>
                  </a:moveTo>
                  <a:cubicBezTo>
                    <a:pt x="354" y="0"/>
                    <a:pt x="1" y="845"/>
                    <a:pt x="492" y="1336"/>
                  </a:cubicBezTo>
                  <a:cubicBezTo>
                    <a:pt x="656" y="1500"/>
                    <a:pt x="856" y="1573"/>
                    <a:pt x="1051" y="1573"/>
                  </a:cubicBezTo>
                  <a:cubicBezTo>
                    <a:pt x="1456" y="1573"/>
                    <a:pt x="1841" y="1258"/>
                    <a:pt x="1841" y="782"/>
                  </a:cubicBezTo>
                  <a:cubicBezTo>
                    <a:pt x="1841" y="353"/>
                    <a:pt x="1488" y="0"/>
                    <a:pt x="1059" y="0"/>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2"/>
            <p:cNvSpPr/>
            <p:nvPr/>
          </p:nvSpPr>
          <p:spPr>
            <a:xfrm>
              <a:off x="5209475" y="1350400"/>
              <a:ext cx="39725" cy="39725"/>
            </a:xfrm>
            <a:custGeom>
              <a:avLst/>
              <a:gdLst/>
              <a:ahLst/>
              <a:cxnLst/>
              <a:rect l="l" t="t" r="r" b="b"/>
              <a:pathLst>
                <a:path w="1589" h="1589" extrusionOk="0">
                  <a:moveTo>
                    <a:pt x="794" y="1"/>
                  </a:moveTo>
                  <a:cubicBezTo>
                    <a:pt x="353" y="1"/>
                    <a:pt x="0" y="354"/>
                    <a:pt x="0" y="795"/>
                  </a:cubicBezTo>
                  <a:cubicBezTo>
                    <a:pt x="0" y="1223"/>
                    <a:pt x="353" y="1589"/>
                    <a:pt x="794" y="1589"/>
                  </a:cubicBezTo>
                  <a:cubicBezTo>
                    <a:pt x="1235" y="1589"/>
                    <a:pt x="1588" y="1223"/>
                    <a:pt x="1588" y="795"/>
                  </a:cubicBezTo>
                  <a:cubicBezTo>
                    <a:pt x="1588" y="354"/>
                    <a:pt x="1235" y="1"/>
                    <a:pt x="794" y="1"/>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2"/>
            <p:cNvSpPr/>
            <p:nvPr/>
          </p:nvSpPr>
          <p:spPr>
            <a:xfrm>
              <a:off x="5173875" y="1248975"/>
              <a:ext cx="46025" cy="39450"/>
            </a:xfrm>
            <a:custGeom>
              <a:avLst/>
              <a:gdLst/>
              <a:ahLst/>
              <a:cxnLst/>
              <a:rect l="l" t="t" r="r" b="b"/>
              <a:pathLst>
                <a:path w="1841" h="1578" extrusionOk="0">
                  <a:moveTo>
                    <a:pt x="1059" y="0"/>
                  </a:moveTo>
                  <a:cubicBezTo>
                    <a:pt x="353" y="0"/>
                    <a:pt x="0" y="845"/>
                    <a:pt x="505" y="1349"/>
                  </a:cubicBezTo>
                  <a:cubicBezTo>
                    <a:pt x="663" y="1507"/>
                    <a:pt x="858" y="1578"/>
                    <a:pt x="1049" y="1578"/>
                  </a:cubicBezTo>
                  <a:cubicBezTo>
                    <a:pt x="1452" y="1578"/>
                    <a:pt x="1840" y="1264"/>
                    <a:pt x="1840" y="794"/>
                  </a:cubicBezTo>
                  <a:cubicBezTo>
                    <a:pt x="1840" y="353"/>
                    <a:pt x="1487" y="0"/>
                    <a:pt x="1059" y="0"/>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12"/>
            <p:cNvSpPr/>
            <p:nvPr/>
          </p:nvSpPr>
          <p:spPr>
            <a:xfrm>
              <a:off x="5352500" y="938375"/>
              <a:ext cx="46000" cy="39500"/>
            </a:xfrm>
            <a:custGeom>
              <a:avLst/>
              <a:gdLst/>
              <a:ahLst/>
              <a:cxnLst/>
              <a:rect l="l" t="t" r="r" b="b"/>
              <a:pathLst>
                <a:path w="1840" h="1580" extrusionOk="0">
                  <a:moveTo>
                    <a:pt x="1059" y="0"/>
                  </a:moveTo>
                  <a:cubicBezTo>
                    <a:pt x="353" y="0"/>
                    <a:pt x="0" y="857"/>
                    <a:pt x="504" y="1348"/>
                  </a:cubicBezTo>
                  <a:cubicBezTo>
                    <a:pt x="664" y="1508"/>
                    <a:pt x="861" y="1580"/>
                    <a:pt x="1054" y="1580"/>
                  </a:cubicBezTo>
                  <a:cubicBezTo>
                    <a:pt x="1455" y="1580"/>
                    <a:pt x="1840" y="1270"/>
                    <a:pt x="1840" y="794"/>
                  </a:cubicBezTo>
                  <a:cubicBezTo>
                    <a:pt x="1840" y="353"/>
                    <a:pt x="1487" y="0"/>
                    <a:pt x="1059" y="0"/>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12"/>
            <p:cNvSpPr/>
            <p:nvPr/>
          </p:nvSpPr>
          <p:spPr>
            <a:xfrm>
              <a:off x="5722650" y="1358275"/>
              <a:ext cx="46000" cy="39525"/>
            </a:xfrm>
            <a:custGeom>
              <a:avLst/>
              <a:gdLst/>
              <a:ahLst/>
              <a:cxnLst/>
              <a:rect l="l" t="t" r="r" b="b"/>
              <a:pathLst>
                <a:path w="1840" h="1581" extrusionOk="0">
                  <a:moveTo>
                    <a:pt x="1046" y="1"/>
                  </a:moveTo>
                  <a:cubicBezTo>
                    <a:pt x="353" y="1"/>
                    <a:pt x="0" y="858"/>
                    <a:pt x="492" y="1349"/>
                  </a:cubicBezTo>
                  <a:cubicBezTo>
                    <a:pt x="655" y="1509"/>
                    <a:pt x="855" y="1581"/>
                    <a:pt x="1050" y="1581"/>
                  </a:cubicBezTo>
                  <a:cubicBezTo>
                    <a:pt x="1455" y="1581"/>
                    <a:pt x="1840" y="1271"/>
                    <a:pt x="1840" y="795"/>
                  </a:cubicBezTo>
                  <a:cubicBezTo>
                    <a:pt x="1840" y="354"/>
                    <a:pt x="1487" y="1"/>
                    <a:pt x="1046" y="1"/>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2"/>
            <p:cNvSpPr/>
            <p:nvPr/>
          </p:nvSpPr>
          <p:spPr>
            <a:xfrm>
              <a:off x="5859350" y="1157300"/>
              <a:ext cx="46025" cy="39450"/>
            </a:xfrm>
            <a:custGeom>
              <a:avLst/>
              <a:gdLst/>
              <a:ahLst/>
              <a:cxnLst/>
              <a:rect l="l" t="t" r="r" b="b"/>
              <a:pathLst>
                <a:path w="1841" h="1578" extrusionOk="0">
                  <a:moveTo>
                    <a:pt x="1059" y="1"/>
                  </a:moveTo>
                  <a:cubicBezTo>
                    <a:pt x="354" y="1"/>
                    <a:pt x="1" y="845"/>
                    <a:pt x="492" y="1349"/>
                  </a:cubicBezTo>
                  <a:cubicBezTo>
                    <a:pt x="655" y="1507"/>
                    <a:pt x="852" y="1578"/>
                    <a:pt x="1046" y="1578"/>
                  </a:cubicBezTo>
                  <a:cubicBezTo>
                    <a:pt x="1453" y="1578"/>
                    <a:pt x="1841" y="1264"/>
                    <a:pt x="1841" y="794"/>
                  </a:cubicBezTo>
                  <a:cubicBezTo>
                    <a:pt x="1841" y="353"/>
                    <a:pt x="1488" y="1"/>
                    <a:pt x="1059" y="1"/>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2"/>
            <p:cNvSpPr/>
            <p:nvPr/>
          </p:nvSpPr>
          <p:spPr>
            <a:xfrm>
              <a:off x="6131225" y="1060900"/>
              <a:ext cx="46025" cy="39350"/>
            </a:xfrm>
            <a:custGeom>
              <a:avLst/>
              <a:gdLst/>
              <a:ahLst/>
              <a:cxnLst/>
              <a:rect l="l" t="t" r="r" b="b"/>
              <a:pathLst>
                <a:path w="1841" h="1574" extrusionOk="0">
                  <a:moveTo>
                    <a:pt x="1059" y="1"/>
                  </a:moveTo>
                  <a:cubicBezTo>
                    <a:pt x="353" y="1"/>
                    <a:pt x="1" y="845"/>
                    <a:pt x="492" y="1336"/>
                  </a:cubicBezTo>
                  <a:cubicBezTo>
                    <a:pt x="656" y="1500"/>
                    <a:pt x="856" y="1574"/>
                    <a:pt x="1051" y="1574"/>
                  </a:cubicBezTo>
                  <a:cubicBezTo>
                    <a:pt x="1456" y="1574"/>
                    <a:pt x="1840" y="1258"/>
                    <a:pt x="1840" y="782"/>
                  </a:cubicBezTo>
                  <a:cubicBezTo>
                    <a:pt x="1840" y="341"/>
                    <a:pt x="1487" y="1"/>
                    <a:pt x="1059" y="1"/>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2"/>
            <p:cNvSpPr/>
            <p:nvPr/>
          </p:nvSpPr>
          <p:spPr>
            <a:xfrm>
              <a:off x="6358050" y="914425"/>
              <a:ext cx="46000" cy="39350"/>
            </a:xfrm>
            <a:custGeom>
              <a:avLst/>
              <a:gdLst/>
              <a:ahLst/>
              <a:cxnLst/>
              <a:rect l="l" t="t" r="r" b="b"/>
              <a:pathLst>
                <a:path w="1840" h="1574" extrusionOk="0">
                  <a:moveTo>
                    <a:pt x="1059" y="0"/>
                  </a:moveTo>
                  <a:cubicBezTo>
                    <a:pt x="353" y="0"/>
                    <a:pt x="0" y="845"/>
                    <a:pt x="504" y="1336"/>
                  </a:cubicBezTo>
                  <a:cubicBezTo>
                    <a:pt x="664" y="1500"/>
                    <a:pt x="861" y="1573"/>
                    <a:pt x="1054" y="1573"/>
                  </a:cubicBezTo>
                  <a:cubicBezTo>
                    <a:pt x="1455" y="1573"/>
                    <a:pt x="1840" y="1258"/>
                    <a:pt x="1840" y="782"/>
                  </a:cubicBezTo>
                  <a:cubicBezTo>
                    <a:pt x="1840" y="353"/>
                    <a:pt x="1487" y="0"/>
                    <a:pt x="1059" y="0"/>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2"/>
            <p:cNvSpPr/>
            <p:nvPr/>
          </p:nvSpPr>
          <p:spPr>
            <a:xfrm>
              <a:off x="6510200" y="1128325"/>
              <a:ext cx="46025" cy="39450"/>
            </a:xfrm>
            <a:custGeom>
              <a:avLst/>
              <a:gdLst/>
              <a:ahLst/>
              <a:cxnLst/>
              <a:rect l="l" t="t" r="r" b="b"/>
              <a:pathLst>
                <a:path w="1841" h="1578" extrusionOk="0">
                  <a:moveTo>
                    <a:pt x="1046" y="0"/>
                  </a:moveTo>
                  <a:cubicBezTo>
                    <a:pt x="353" y="0"/>
                    <a:pt x="0" y="845"/>
                    <a:pt x="492" y="1349"/>
                  </a:cubicBezTo>
                  <a:cubicBezTo>
                    <a:pt x="650" y="1507"/>
                    <a:pt x="846" y="1578"/>
                    <a:pt x="1039" y="1578"/>
                  </a:cubicBezTo>
                  <a:cubicBezTo>
                    <a:pt x="1446" y="1578"/>
                    <a:pt x="1840" y="1264"/>
                    <a:pt x="1840" y="794"/>
                  </a:cubicBezTo>
                  <a:cubicBezTo>
                    <a:pt x="1840" y="353"/>
                    <a:pt x="1487" y="0"/>
                    <a:pt x="1046" y="0"/>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12"/>
            <p:cNvSpPr/>
            <p:nvPr/>
          </p:nvSpPr>
          <p:spPr>
            <a:xfrm>
              <a:off x="6708025" y="1051150"/>
              <a:ext cx="46025" cy="39425"/>
            </a:xfrm>
            <a:custGeom>
              <a:avLst/>
              <a:gdLst/>
              <a:ahLst/>
              <a:cxnLst/>
              <a:rect l="l" t="t" r="r" b="b"/>
              <a:pathLst>
                <a:path w="1841" h="1577" extrusionOk="0">
                  <a:moveTo>
                    <a:pt x="1059" y="0"/>
                  </a:moveTo>
                  <a:cubicBezTo>
                    <a:pt x="354" y="0"/>
                    <a:pt x="1" y="844"/>
                    <a:pt x="492" y="1348"/>
                  </a:cubicBezTo>
                  <a:cubicBezTo>
                    <a:pt x="654" y="1506"/>
                    <a:pt x="851" y="1577"/>
                    <a:pt x="1044" y="1577"/>
                  </a:cubicBezTo>
                  <a:cubicBezTo>
                    <a:pt x="1451" y="1577"/>
                    <a:pt x="1840" y="1260"/>
                    <a:pt x="1840" y="781"/>
                  </a:cubicBezTo>
                  <a:cubicBezTo>
                    <a:pt x="1840" y="353"/>
                    <a:pt x="1488" y="0"/>
                    <a:pt x="1059" y="0"/>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12"/>
            <p:cNvSpPr/>
            <p:nvPr/>
          </p:nvSpPr>
          <p:spPr>
            <a:xfrm>
              <a:off x="7033125" y="1244875"/>
              <a:ext cx="46025" cy="39450"/>
            </a:xfrm>
            <a:custGeom>
              <a:avLst/>
              <a:gdLst/>
              <a:ahLst/>
              <a:cxnLst/>
              <a:rect l="l" t="t" r="r" b="b"/>
              <a:pathLst>
                <a:path w="1841" h="1578" extrusionOk="0">
                  <a:moveTo>
                    <a:pt x="1047" y="1"/>
                  </a:moveTo>
                  <a:cubicBezTo>
                    <a:pt x="341" y="1"/>
                    <a:pt x="1" y="858"/>
                    <a:pt x="492" y="1349"/>
                  </a:cubicBezTo>
                  <a:cubicBezTo>
                    <a:pt x="651" y="1507"/>
                    <a:pt x="847" y="1578"/>
                    <a:pt x="1040" y="1578"/>
                  </a:cubicBezTo>
                  <a:cubicBezTo>
                    <a:pt x="1447" y="1578"/>
                    <a:pt x="1841" y="1264"/>
                    <a:pt x="1841" y="795"/>
                  </a:cubicBezTo>
                  <a:cubicBezTo>
                    <a:pt x="1841" y="353"/>
                    <a:pt x="1488" y="1"/>
                    <a:pt x="1047" y="1"/>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2"/>
            <p:cNvSpPr/>
            <p:nvPr/>
          </p:nvSpPr>
          <p:spPr>
            <a:xfrm>
              <a:off x="4898850" y="1313550"/>
              <a:ext cx="46025" cy="39350"/>
            </a:xfrm>
            <a:custGeom>
              <a:avLst/>
              <a:gdLst/>
              <a:ahLst/>
              <a:cxnLst/>
              <a:rect l="l" t="t" r="r" b="b"/>
              <a:pathLst>
                <a:path w="1841" h="1574" extrusionOk="0">
                  <a:moveTo>
                    <a:pt x="1059" y="1"/>
                  </a:moveTo>
                  <a:cubicBezTo>
                    <a:pt x="354" y="1"/>
                    <a:pt x="1" y="845"/>
                    <a:pt x="492" y="1336"/>
                  </a:cubicBezTo>
                  <a:cubicBezTo>
                    <a:pt x="656" y="1500"/>
                    <a:pt x="856" y="1574"/>
                    <a:pt x="1051" y="1574"/>
                  </a:cubicBezTo>
                  <a:cubicBezTo>
                    <a:pt x="1456" y="1574"/>
                    <a:pt x="1841" y="1258"/>
                    <a:pt x="1841" y="782"/>
                  </a:cubicBezTo>
                  <a:cubicBezTo>
                    <a:pt x="1841" y="341"/>
                    <a:pt x="1488" y="1"/>
                    <a:pt x="1059" y="1"/>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2"/>
            <p:cNvSpPr/>
            <p:nvPr/>
          </p:nvSpPr>
          <p:spPr>
            <a:xfrm>
              <a:off x="5551575" y="1234800"/>
              <a:ext cx="46025" cy="39350"/>
            </a:xfrm>
            <a:custGeom>
              <a:avLst/>
              <a:gdLst/>
              <a:ahLst/>
              <a:cxnLst/>
              <a:rect l="l" t="t" r="r" b="b"/>
              <a:pathLst>
                <a:path w="1841" h="1574" extrusionOk="0">
                  <a:moveTo>
                    <a:pt x="1059" y="0"/>
                  </a:moveTo>
                  <a:cubicBezTo>
                    <a:pt x="354" y="0"/>
                    <a:pt x="1" y="845"/>
                    <a:pt x="505" y="1336"/>
                  </a:cubicBezTo>
                  <a:cubicBezTo>
                    <a:pt x="665" y="1500"/>
                    <a:pt x="862" y="1573"/>
                    <a:pt x="1055" y="1573"/>
                  </a:cubicBezTo>
                  <a:cubicBezTo>
                    <a:pt x="1456" y="1573"/>
                    <a:pt x="1841" y="1258"/>
                    <a:pt x="1841" y="782"/>
                  </a:cubicBezTo>
                  <a:cubicBezTo>
                    <a:pt x="1841" y="341"/>
                    <a:pt x="1488" y="0"/>
                    <a:pt x="1059" y="0"/>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2"/>
            <p:cNvSpPr/>
            <p:nvPr/>
          </p:nvSpPr>
          <p:spPr>
            <a:xfrm>
              <a:off x="5887400" y="907725"/>
              <a:ext cx="45075" cy="39575"/>
            </a:xfrm>
            <a:custGeom>
              <a:avLst/>
              <a:gdLst/>
              <a:ahLst/>
              <a:cxnLst/>
              <a:rect l="l" t="t" r="r" b="b"/>
              <a:pathLst>
                <a:path w="1803" h="1583" extrusionOk="0">
                  <a:moveTo>
                    <a:pt x="896" y="1"/>
                  </a:moveTo>
                  <a:cubicBezTo>
                    <a:pt x="589" y="1"/>
                    <a:pt x="299" y="182"/>
                    <a:pt x="177" y="483"/>
                  </a:cubicBezTo>
                  <a:cubicBezTo>
                    <a:pt x="0" y="886"/>
                    <a:pt x="189" y="1352"/>
                    <a:pt x="593" y="1516"/>
                  </a:cubicBezTo>
                  <a:cubicBezTo>
                    <a:pt x="695" y="1561"/>
                    <a:pt x="802" y="1582"/>
                    <a:pt x="907" y="1582"/>
                  </a:cubicBezTo>
                  <a:cubicBezTo>
                    <a:pt x="1215" y="1582"/>
                    <a:pt x="1507" y="1400"/>
                    <a:pt x="1639" y="1100"/>
                  </a:cubicBezTo>
                  <a:cubicBezTo>
                    <a:pt x="1802" y="697"/>
                    <a:pt x="1613" y="231"/>
                    <a:pt x="1210" y="67"/>
                  </a:cubicBezTo>
                  <a:cubicBezTo>
                    <a:pt x="1107" y="22"/>
                    <a:pt x="1001" y="1"/>
                    <a:pt x="896" y="1"/>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12"/>
            <p:cNvSpPr/>
            <p:nvPr/>
          </p:nvSpPr>
          <p:spPr>
            <a:xfrm>
              <a:off x="6166200" y="1209275"/>
              <a:ext cx="39700" cy="39725"/>
            </a:xfrm>
            <a:custGeom>
              <a:avLst/>
              <a:gdLst/>
              <a:ahLst/>
              <a:cxnLst/>
              <a:rect l="l" t="t" r="r" b="b"/>
              <a:pathLst>
                <a:path w="1588" h="1589" extrusionOk="0">
                  <a:moveTo>
                    <a:pt x="794" y="1"/>
                  </a:moveTo>
                  <a:cubicBezTo>
                    <a:pt x="366" y="1"/>
                    <a:pt x="0" y="354"/>
                    <a:pt x="0" y="795"/>
                  </a:cubicBezTo>
                  <a:cubicBezTo>
                    <a:pt x="0" y="1223"/>
                    <a:pt x="366" y="1588"/>
                    <a:pt x="794" y="1588"/>
                  </a:cubicBezTo>
                  <a:cubicBezTo>
                    <a:pt x="1235" y="1588"/>
                    <a:pt x="1588" y="1223"/>
                    <a:pt x="1588" y="795"/>
                  </a:cubicBezTo>
                  <a:cubicBezTo>
                    <a:pt x="1588" y="354"/>
                    <a:pt x="1235" y="1"/>
                    <a:pt x="794" y="1"/>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12"/>
            <p:cNvSpPr/>
            <p:nvPr/>
          </p:nvSpPr>
          <p:spPr>
            <a:xfrm>
              <a:off x="6373800" y="1380650"/>
              <a:ext cx="39700" cy="39400"/>
            </a:xfrm>
            <a:custGeom>
              <a:avLst/>
              <a:gdLst/>
              <a:ahLst/>
              <a:cxnLst/>
              <a:rect l="l" t="t" r="r" b="b"/>
              <a:pathLst>
                <a:path w="1588" h="1576" extrusionOk="0">
                  <a:moveTo>
                    <a:pt x="794" y="1"/>
                  </a:moveTo>
                  <a:cubicBezTo>
                    <a:pt x="353" y="1"/>
                    <a:pt x="0" y="353"/>
                    <a:pt x="0" y="794"/>
                  </a:cubicBezTo>
                  <a:cubicBezTo>
                    <a:pt x="0" y="1223"/>
                    <a:pt x="353" y="1576"/>
                    <a:pt x="794" y="1576"/>
                  </a:cubicBezTo>
                  <a:cubicBezTo>
                    <a:pt x="1235" y="1576"/>
                    <a:pt x="1588" y="1223"/>
                    <a:pt x="1588" y="794"/>
                  </a:cubicBezTo>
                  <a:cubicBezTo>
                    <a:pt x="1588" y="353"/>
                    <a:pt x="1235" y="1"/>
                    <a:pt x="794" y="1"/>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2"/>
            <p:cNvSpPr/>
            <p:nvPr/>
          </p:nvSpPr>
          <p:spPr>
            <a:xfrm>
              <a:off x="6594950" y="1344425"/>
              <a:ext cx="46000" cy="39350"/>
            </a:xfrm>
            <a:custGeom>
              <a:avLst/>
              <a:gdLst/>
              <a:ahLst/>
              <a:cxnLst/>
              <a:rect l="l" t="t" r="r" b="b"/>
              <a:pathLst>
                <a:path w="1840" h="1574" extrusionOk="0">
                  <a:moveTo>
                    <a:pt x="1059" y="1"/>
                  </a:moveTo>
                  <a:cubicBezTo>
                    <a:pt x="353" y="1"/>
                    <a:pt x="0" y="845"/>
                    <a:pt x="491" y="1336"/>
                  </a:cubicBezTo>
                  <a:cubicBezTo>
                    <a:pt x="655" y="1500"/>
                    <a:pt x="855" y="1573"/>
                    <a:pt x="1050" y="1573"/>
                  </a:cubicBezTo>
                  <a:cubicBezTo>
                    <a:pt x="1455" y="1573"/>
                    <a:pt x="1840" y="1258"/>
                    <a:pt x="1840" y="782"/>
                  </a:cubicBezTo>
                  <a:cubicBezTo>
                    <a:pt x="1840" y="353"/>
                    <a:pt x="1487" y="1"/>
                    <a:pt x="1059" y="1"/>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2"/>
            <p:cNvSpPr/>
            <p:nvPr/>
          </p:nvSpPr>
          <p:spPr>
            <a:xfrm>
              <a:off x="6731025" y="1382850"/>
              <a:ext cx="46025" cy="39475"/>
            </a:xfrm>
            <a:custGeom>
              <a:avLst/>
              <a:gdLst/>
              <a:ahLst/>
              <a:cxnLst/>
              <a:rect l="l" t="t" r="r" b="b"/>
              <a:pathLst>
                <a:path w="1841" h="1579" extrusionOk="0">
                  <a:moveTo>
                    <a:pt x="1059" y="1"/>
                  </a:moveTo>
                  <a:cubicBezTo>
                    <a:pt x="353" y="1"/>
                    <a:pt x="1" y="858"/>
                    <a:pt x="505" y="1349"/>
                  </a:cubicBezTo>
                  <a:cubicBezTo>
                    <a:pt x="663" y="1507"/>
                    <a:pt x="858" y="1578"/>
                    <a:pt x="1049" y="1578"/>
                  </a:cubicBezTo>
                  <a:cubicBezTo>
                    <a:pt x="1452" y="1578"/>
                    <a:pt x="1840" y="1265"/>
                    <a:pt x="1840" y="795"/>
                  </a:cubicBezTo>
                  <a:cubicBezTo>
                    <a:pt x="1840" y="354"/>
                    <a:pt x="1488" y="1"/>
                    <a:pt x="1059" y="1"/>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2"/>
            <p:cNvSpPr/>
            <p:nvPr/>
          </p:nvSpPr>
          <p:spPr>
            <a:xfrm>
              <a:off x="6891700" y="1116350"/>
              <a:ext cx="46000" cy="39350"/>
            </a:xfrm>
            <a:custGeom>
              <a:avLst/>
              <a:gdLst/>
              <a:ahLst/>
              <a:cxnLst/>
              <a:rect l="l" t="t" r="r" b="b"/>
              <a:pathLst>
                <a:path w="1840" h="1574" extrusionOk="0">
                  <a:moveTo>
                    <a:pt x="1046" y="1"/>
                  </a:moveTo>
                  <a:cubicBezTo>
                    <a:pt x="353" y="1"/>
                    <a:pt x="0" y="845"/>
                    <a:pt x="491" y="1336"/>
                  </a:cubicBezTo>
                  <a:cubicBezTo>
                    <a:pt x="651" y="1500"/>
                    <a:pt x="850" y="1573"/>
                    <a:pt x="1045" y="1573"/>
                  </a:cubicBezTo>
                  <a:cubicBezTo>
                    <a:pt x="1450" y="1573"/>
                    <a:pt x="1840" y="1258"/>
                    <a:pt x="1840" y="782"/>
                  </a:cubicBezTo>
                  <a:cubicBezTo>
                    <a:pt x="1840" y="353"/>
                    <a:pt x="1487" y="1"/>
                    <a:pt x="1046" y="1"/>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2"/>
            <p:cNvSpPr/>
            <p:nvPr/>
          </p:nvSpPr>
          <p:spPr>
            <a:xfrm>
              <a:off x="7059275" y="1035400"/>
              <a:ext cx="46025" cy="39450"/>
            </a:xfrm>
            <a:custGeom>
              <a:avLst/>
              <a:gdLst/>
              <a:ahLst/>
              <a:cxnLst/>
              <a:rect l="l" t="t" r="r" b="b"/>
              <a:pathLst>
                <a:path w="1841" h="1578" extrusionOk="0">
                  <a:moveTo>
                    <a:pt x="1059" y="0"/>
                  </a:moveTo>
                  <a:cubicBezTo>
                    <a:pt x="354" y="0"/>
                    <a:pt x="1" y="844"/>
                    <a:pt x="505" y="1348"/>
                  </a:cubicBezTo>
                  <a:cubicBezTo>
                    <a:pt x="663" y="1507"/>
                    <a:pt x="858" y="1577"/>
                    <a:pt x="1049" y="1577"/>
                  </a:cubicBezTo>
                  <a:cubicBezTo>
                    <a:pt x="1452" y="1577"/>
                    <a:pt x="1840" y="1264"/>
                    <a:pt x="1840" y="794"/>
                  </a:cubicBezTo>
                  <a:cubicBezTo>
                    <a:pt x="1840" y="353"/>
                    <a:pt x="1488" y="0"/>
                    <a:pt x="1059" y="0"/>
                  </a:cubicBez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2"/>
            <p:cNvSpPr/>
            <p:nvPr/>
          </p:nvSpPr>
          <p:spPr>
            <a:xfrm>
              <a:off x="4708275" y="856450"/>
              <a:ext cx="2575650" cy="667875"/>
            </a:xfrm>
            <a:custGeom>
              <a:avLst/>
              <a:gdLst/>
              <a:ahLst/>
              <a:cxnLst/>
              <a:rect l="l" t="t" r="r" b="b"/>
              <a:pathLst>
                <a:path w="103026" h="26715" extrusionOk="0">
                  <a:moveTo>
                    <a:pt x="55432" y="1"/>
                  </a:moveTo>
                  <a:lnTo>
                    <a:pt x="46271" y="7952"/>
                  </a:lnTo>
                  <a:lnTo>
                    <a:pt x="35938" y="5507"/>
                  </a:lnTo>
                  <a:lnTo>
                    <a:pt x="35913" y="5507"/>
                  </a:lnTo>
                  <a:lnTo>
                    <a:pt x="27294" y="11934"/>
                  </a:lnTo>
                  <a:lnTo>
                    <a:pt x="16382" y="6188"/>
                  </a:lnTo>
                  <a:lnTo>
                    <a:pt x="11480" y="23287"/>
                  </a:lnTo>
                  <a:lnTo>
                    <a:pt x="0" y="26526"/>
                  </a:lnTo>
                  <a:lnTo>
                    <a:pt x="38" y="26664"/>
                  </a:lnTo>
                  <a:lnTo>
                    <a:pt x="11593" y="23401"/>
                  </a:lnTo>
                  <a:lnTo>
                    <a:pt x="16470" y="6389"/>
                  </a:lnTo>
                  <a:lnTo>
                    <a:pt x="27306" y="12098"/>
                  </a:lnTo>
                  <a:lnTo>
                    <a:pt x="35938" y="5659"/>
                  </a:lnTo>
                  <a:lnTo>
                    <a:pt x="46309" y="8103"/>
                  </a:lnTo>
                  <a:lnTo>
                    <a:pt x="55419" y="215"/>
                  </a:lnTo>
                  <a:lnTo>
                    <a:pt x="64958" y="12186"/>
                  </a:lnTo>
                  <a:lnTo>
                    <a:pt x="64970" y="12211"/>
                  </a:lnTo>
                  <a:lnTo>
                    <a:pt x="79663" y="15815"/>
                  </a:lnTo>
                  <a:lnTo>
                    <a:pt x="79714" y="15827"/>
                  </a:lnTo>
                  <a:lnTo>
                    <a:pt x="87186" y="5293"/>
                  </a:lnTo>
                  <a:lnTo>
                    <a:pt x="90815" y="19368"/>
                  </a:lnTo>
                  <a:lnTo>
                    <a:pt x="90815" y="19394"/>
                  </a:lnTo>
                  <a:lnTo>
                    <a:pt x="102950" y="26715"/>
                  </a:lnTo>
                  <a:lnTo>
                    <a:pt x="103025" y="26589"/>
                  </a:lnTo>
                  <a:lnTo>
                    <a:pt x="90941" y="19305"/>
                  </a:lnTo>
                  <a:lnTo>
                    <a:pt x="87249" y="4966"/>
                  </a:lnTo>
                  <a:lnTo>
                    <a:pt x="79651" y="15664"/>
                  </a:lnTo>
                  <a:lnTo>
                    <a:pt x="65046" y="12085"/>
                  </a:lnTo>
                  <a:lnTo>
                    <a:pt x="55432"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2"/>
            <p:cNvSpPr/>
            <p:nvPr/>
          </p:nvSpPr>
          <p:spPr>
            <a:xfrm>
              <a:off x="4558950" y="1523350"/>
              <a:ext cx="2813800" cy="3825"/>
            </a:xfrm>
            <a:custGeom>
              <a:avLst/>
              <a:gdLst/>
              <a:ahLst/>
              <a:cxnLst/>
              <a:rect l="l" t="t" r="r" b="b"/>
              <a:pathLst>
                <a:path w="112552" h="153" extrusionOk="0">
                  <a:moveTo>
                    <a:pt x="1" y="1"/>
                  </a:moveTo>
                  <a:lnTo>
                    <a:pt x="1" y="152"/>
                  </a:lnTo>
                  <a:lnTo>
                    <a:pt x="112552" y="152"/>
                  </a:lnTo>
                  <a:lnTo>
                    <a:pt x="112552"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2"/>
            <p:cNvSpPr/>
            <p:nvPr/>
          </p:nvSpPr>
          <p:spPr>
            <a:xfrm>
              <a:off x="4967225" y="1418775"/>
              <a:ext cx="46025" cy="39450"/>
            </a:xfrm>
            <a:custGeom>
              <a:avLst/>
              <a:gdLst/>
              <a:ahLst/>
              <a:cxnLst/>
              <a:rect l="l" t="t" r="r" b="b"/>
              <a:pathLst>
                <a:path w="1841" h="1578" extrusionOk="0">
                  <a:moveTo>
                    <a:pt x="1059" y="0"/>
                  </a:moveTo>
                  <a:cubicBezTo>
                    <a:pt x="353" y="0"/>
                    <a:pt x="0" y="845"/>
                    <a:pt x="492" y="1349"/>
                  </a:cubicBezTo>
                  <a:cubicBezTo>
                    <a:pt x="654" y="1506"/>
                    <a:pt x="850" y="1577"/>
                    <a:pt x="1043" y="1577"/>
                  </a:cubicBezTo>
                  <a:cubicBezTo>
                    <a:pt x="1451" y="1577"/>
                    <a:pt x="1840" y="1261"/>
                    <a:pt x="1840" y="782"/>
                  </a:cubicBezTo>
                  <a:cubicBezTo>
                    <a:pt x="1840" y="353"/>
                    <a:pt x="1487" y="0"/>
                    <a:pt x="1059" y="0"/>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2"/>
            <p:cNvSpPr/>
            <p:nvPr/>
          </p:nvSpPr>
          <p:spPr>
            <a:xfrm>
              <a:off x="5101172" y="992325"/>
              <a:ext cx="42875" cy="39850"/>
            </a:xfrm>
            <a:custGeom>
              <a:avLst/>
              <a:gdLst/>
              <a:ahLst/>
              <a:cxnLst/>
              <a:rect l="l" t="t" r="r" b="b"/>
              <a:pathLst>
                <a:path w="1715" h="1594" extrusionOk="0">
                  <a:moveTo>
                    <a:pt x="849" y="1"/>
                  </a:moveTo>
                  <a:cubicBezTo>
                    <a:pt x="810" y="1"/>
                    <a:pt x="771" y="4"/>
                    <a:pt x="731" y="9"/>
                  </a:cubicBezTo>
                  <a:cubicBezTo>
                    <a:pt x="290" y="85"/>
                    <a:pt x="1" y="488"/>
                    <a:pt x="76" y="917"/>
                  </a:cubicBezTo>
                  <a:cubicBezTo>
                    <a:pt x="133" y="1317"/>
                    <a:pt x="482" y="1593"/>
                    <a:pt x="866" y="1593"/>
                  </a:cubicBezTo>
                  <a:cubicBezTo>
                    <a:pt x="905" y="1593"/>
                    <a:pt x="944" y="1590"/>
                    <a:pt x="983" y="1584"/>
                  </a:cubicBezTo>
                  <a:cubicBezTo>
                    <a:pt x="1412" y="1509"/>
                    <a:pt x="1714" y="1106"/>
                    <a:pt x="1639" y="665"/>
                  </a:cubicBezTo>
                  <a:cubicBezTo>
                    <a:pt x="1581" y="276"/>
                    <a:pt x="1233" y="1"/>
                    <a:pt x="849" y="1"/>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2"/>
            <p:cNvSpPr/>
            <p:nvPr/>
          </p:nvSpPr>
          <p:spPr>
            <a:xfrm>
              <a:off x="5364775" y="1136200"/>
              <a:ext cx="46025" cy="39450"/>
            </a:xfrm>
            <a:custGeom>
              <a:avLst/>
              <a:gdLst/>
              <a:ahLst/>
              <a:cxnLst/>
              <a:rect l="l" t="t" r="r" b="b"/>
              <a:pathLst>
                <a:path w="1841" h="1578" extrusionOk="0">
                  <a:moveTo>
                    <a:pt x="1046" y="0"/>
                  </a:moveTo>
                  <a:cubicBezTo>
                    <a:pt x="353" y="0"/>
                    <a:pt x="1" y="845"/>
                    <a:pt x="492" y="1349"/>
                  </a:cubicBezTo>
                  <a:cubicBezTo>
                    <a:pt x="654" y="1507"/>
                    <a:pt x="852" y="1578"/>
                    <a:pt x="1045" y="1578"/>
                  </a:cubicBezTo>
                  <a:cubicBezTo>
                    <a:pt x="1452" y="1578"/>
                    <a:pt x="1840" y="1264"/>
                    <a:pt x="1840" y="794"/>
                  </a:cubicBezTo>
                  <a:cubicBezTo>
                    <a:pt x="1840" y="353"/>
                    <a:pt x="1488" y="0"/>
                    <a:pt x="1046" y="0"/>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2"/>
            <p:cNvSpPr/>
            <p:nvPr/>
          </p:nvSpPr>
          <p:spPr>
            <a:xfrm>
              <a:off x="5581825" y="976800"/>
              <a:ext cx="46025" cy="39525"/>
            </a:xfrm>
            <a:custGeom>
              <a:avLst/>
              <a:gdLst/>
              <a:ahLst/>
              <a:cxnLst/>
              <a:rect l="l" t="t" r="r" b="b"/>
              <a:pathLst>
                <a:path w="1841" h="1581" extrusionOk="0">
                  <a:moveTo>
                    <a:pt x="1059" y="0"/>
                  </a:moveTo>
                  <a:cubicBezTo>
                    <a:pt x="353" y="0"/>
                    <a:pt x="1" y="857"/>
                    <a:pt x="505" y="1349"/>
                  </a:cubicBezTo>
                  <a:cubicBezTo>
                    <a:pt x="664" y="1508"/>
                    <a:pt x="861" y="1580"/>
                    <a:pt x="1055" y="1580"/>
                  </a:cubicBezTo>
                  <a:cubicBezTo>
                    <a:pt x="1456" y="1580"/>
                    <a:pt x="1840" y="1270"/>
                    <a:pt x="1840" y="794"/>
                  </a:cubicBezTo>
                  <a:cubicBezTo>
                    <a:pt x="1840" y="353"/>
                    <a:pt x="1488" y="0"/>
                    <a:pt x="1059" y="0"/>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2"/>
            <p:cNvSpPr/>
            <p:nvPr/>
          </p:nvSpPr>
          <p:spPr>
            <a:xfrm>
              <a:off x="5838875" y="1036025"/>
              <a:ext cx="46025" cy="39450"/>
            </a:xfrm>
            <a:custGeom>
              <a:avLst/>
              <a:gdLst/>
              <a:ahLst/>
              <a:cxnLst/>
              <a:rect l="l" t="t" r="r" b="b"/>
              <a:pathLst>
                <a:path w="1841" h="1578" extrusionOk="0">
                  <a:moveTo>
                    <a:pt x="1059" y="0"/>
                  </a:moveTo>
                  <a:cubicBezTo>
                    <a:pt x="354" y="0"/>
                    <a:pt x="1" y="845"/>
                    <a:pt x="492" y="1349"/>
                  </a:cubicBezTo>
                  <a:cubicBezTo>
                    <a:pt x="655" y="1507"/>
                    <a:pt x="852" y="1578"/>
                    <a:pt x="1046" y="1578"/>
                  </a:cubicBezTo>
                  <a:cubicBezTo>
                    <a:pt x="1453" y="1578"/>
                    <a:pt x="1841" y="1264"/>
                    <a:pt x="1841" y="794"/>
                  </a:cubicBezTo>
                  <a:cubicBezTo>
                    <a:pt x="1841" y="353"/>
                    <a:pt x="1488" y="0"/>
                    <a:pt x="1059" y="0"/>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2"/>
            <p:cNvSpPr/>
            <p:nvPr/>
          </p:nvSpPr>
          <p:spPr>
            <a:xfrm>
              <a:off x="6316150" y="1138400"/>
              <a:ext cx="39700" cy="39400"/>
            </a:xfrm>
            <a:custGeom>
              <a:avLst/>
              <a:gdLst/>
              <a:ahLst/>
              <a:cxnLst/>
              <a:rect l="l" t="t" r="r" b="b"/>
              <a:pathLst>
                <a:path w="1588" h="1576" extrusionOk="0">
                  <a:moveTo>
                    <a:pt x="794" y="1"/>
                  </a:moveTo>
                  <a:cubicBezTo>
                    <a:pt x="353" y="1"/>
                    <a:pt x="0" y="353"/>
                    <a:pt x="0" y="782"/>
                  </a:cubicBezTo>
                  <a:cubicBezTo>
                    <a:pt x="0" y="1223"/>
                    <a:pt x="353" y="1576"/>
                    <a:pt x="794" y="1576"/>
                  </a:cubicBezTo>
                  <a:cubicBezTo>
                    <a:pt x="1235" y="1576"/>
                    <a:pt x="1588" y="1223"/>
                    <a:pt x="1588" y="782"/>
                  </a:cubicBezTo>
                  <a:cubicBezTo>
                    <a:pt x="1588" y="353"/>
                    <a:pt x="1235" y="1"/>
                    <a:pt x="794" y="1"/>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2"/>
            <p:cNvSpPr/>
            <p:nvPr/>
          </p:nvSpPr>
          <p:spPr>
            <a:xfrm>
              <a:off x="6675275" y="1230075"/>
              <a:ext cx="46000" cy="39350"/>
            </a:xfrm>
            <a:custGeom>
              <a:avLst/>
              <a:gdLst/>
              <a:ahLst/>
              <a:cxnLst/>
              <a:rect l="l" t="t" r="r" b="b"/>
              <a:pathLst>
                <a:path w="1840" h="1574" extrusionOk="0">
                  <a:moveTo>
                    <a:pt x="1046" y="0"/>
                  </a:moveTo>
                  <a:cubicBezTo>
                    <a:pt x="353" y="0"/>
                    <a:pt x="0" y="845"/>
                    <a:pt x="492" y="1336"/>
                  </a:cubicBezTo>
                  <a:cubicBezTo>
                    <a:pt x="656" y="1500"/>
                    <a:pt x="856" y="1573"/>
                    <a:pt x="1051" y="1573"/>
                  </a:cubicBezTo>
                  <a:cubicBezTo>
                    <a:pt x="1456" y="1573"/>
                    <a:pt x="1840" y="1258"/>
                    <a:pt x="1840" y="782"/>
                  </a:cubicBezTo>
                  <a:cubicBezTo>
                    <a:pt x="1840" y="353"/>
                    <a:pt x="1487" y="0"/>
                    <a:pt x="1046" y="0"/>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12"/>
            <p:cNvSpPr/>
            <p:nvPr/>
          </p:nvSpPr>
          <p:spPr>
            <a:xfrm>
              <a:off x="6863325" y="967025"/>
              <a:ext cx="46350" cy="39350"/>
            </a:xfrm>
            <a:custGeom>
              <a:avLst/>
              <a:gdLst/>
              <a:ahLst/>
              <a:cxnLst/>
              <a:rect l="l" t="t" r="r" b="b"/>
              <a:pathLst>
                <a:path w="1854" h="1574" extrusionOk="0">
                  <a:moveTo>
                    <a:pt x="1059" y="1"/>
                  </a:moveTo>
                  <a:cubicBezTo>
                    <a:pt x="354" y="1"/>
                    <a:pt x="1" y="845"/>
                    <a:pt x="505" y="1336"/>
                  </a:cubicBezTo>
                  <a:cubicBezTo>
                    <a:pt x="665" y="1500"/>
                    <a:pt x="863" y="1574"/>
                    <a:pt x="1058" y="1574"/>
                  </a:cubicBezTo>
                  <a:cubicBezTo>
                    <a:pt x="1463" y="1574"/>
                    <a:pt x="1853" y="1258"/>
                    <a:pt x="1853" y="782"/>
                  </a:cubicBezTo>
                  <a:cubicBezTo>
                    <a:pt x="1853" y="341"/>
                    <a:pt x="1500" y="1"/>
                    <a:pt x="1059" y="1"/>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2"/>
            <p:cNvSpPr/>
            <p:nvPr/>
          </p:nvSpPr>
          <p:spPr>
            <a:xfrm>
              <a:off x="6956275" y="1323000"/>
              <a:ext cx="46000" cy="39350"/>
            </a:xfrm>
            <a:custGeom>
              <a:avLst/>
              <a:gdLst/>
              <a:ahLst/>
              <a:cxnLst/>
              <a:rect l="l" t="t" r="r" b="b"/>
              <a:pathLst>
                <a:path w="1840" h="1574" extrusionOk="0">
                  <a:moveTo>
                    <a:pt x="1059" y="1"/>
                  </a:moveTo>
                  <a:cubicBezTo>
                    <a:pt x="353" y="1"/>
                    <a:pt x="0" y="845"/>
                    <a:pt x="504" y="1336"/>
                  </a:cubicBezTo>
                  <a:cubicBezTo>
                    <a:pt x="664" y="1500"/>
                    <a:pt x="861" y="1574"/>
                    <a:pt x="1055" y="1574"/>
                  </a:cubicBezTo>
                  <a:cubicBezTo>
                    <a:pt x="1456" y="1574"/>
                    <a:pt x="1840" y="1258"/>
                    <a:pt x="1840" y="782"/>
                  </a:cubicBezTo>
                  <a:cubicBezTo>
                    <a:pt x="1840" y="354"/>
                    <a:pt x="1487" y="1"/>
                    <a:pt x="1059" y="1"/>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list">
  <p:cSld name="CUSTOM_4">
    <p:spTree>
      <p:nvGrpSpPr>
        <p:cNvPr id="1" name="Shape 409"/>
        <p:cNvGrpSpPr/>
        <p:nvPr/>
      </p:nvGrpSpPr>
      <p:grpSpPr>
        <a:xfrm>
          <a:off x="0" y="0"/>
          <a:ext cx="0" cy="0"/>
          <a:chOff x="0" y="0"/>
          <a:chExt cx="0" cy="0"/>
        </a:xfrm>
      </p:grpSpPr>
      <p:sp>
        <p:nvSpPr>
          <p:cNvPr id="410" name="Google Shape;410;p20"/>
          <p:cNvSpPr txBox="1">
            <a:spLocks noGrp="1"/>
          </p:cNvSpPr>
          <p:nvPr>
            <p:ph type="body" idx="1"/>
          </p:nvPr>
        </p:nvSpPr>
        <p:spPr>
          <a:xfrm>
            <a:off x="597375" y="1063525"/>
            <a:ext cx="3908700" cy="3786900"/>
          </a:xfrm>
          <a:prstGeom prst="rect">
            <a:avLst/>
          </a:prstGeom>
        </p:spPr>
        <p:txBody>
          <a:bodyPr spcFirstLastPara="1" wrap="square" lIns="91425" tIns="91425" rIns="91425" bIns="91425" anchor="t" anchorCtr="0">
            <a:noAutofit/>
          </a:bodyPr>
          <a:lstStyle>
            <a:lvl1pPr marL="457200" lvl="0" indent="-292100" rtl="0">
              <a:lnSpc>
                <a:spcPct val="100000"/>
              </a:lnSpc>
              <a:spcBef>
                <a:spcPts val="0"/>
              </a:spcBef>
              <a:spcAft>
                <a:spcPts val="0"/>
              </a:spcAft>
              <a:buSzPts val="1000"/>
              <a:buFont typeface="Livvic Light"/>
              <a:buChar char="●"/>
              <a:defRPr sz="1200"/>
            </a:lvl1pPr>
            <a:lvl2pPr marL="914400" lvl="1" indent="-292100" rtl="0">
              <a:spcBef>
                <a:spcPts val="1600"/>
              </a:spcBef>
              <a:spcAft>
                <a:spcPts val="0"/>
              </a:spcAft>
              <a:buSzPts val="1000"/>
              <a:buFont typeface="Nunito Light"/>
              <a:buChar char="○"/>
              <a:defRPr/>
            </a:lvl2pPr>
            <a:lvl3pPr marL="1371600" lvl="2" indent="-292100" rtl="0">
              <a:spcBef>
                <a:spcPts val="1600"/>
              </a:spcBef>
              <a:spcAft>
                <a:spcPts val="0"/>
              </a:spcAft>
              <a:buSzPts val="1000"/>
              <a:buFont typeface="Nunito Light"/>
              <a:buChar char="■"/>
              <a:defRPr/>
            </a:lvl3pPr>
            <a:lvl4pPr marL="1828800" lvl="3" indent="-292100" rtl="0">
              <a:spcBef>
                <a:spcPts val="1600"/>
              </a:spcBef>
              <a:spcAft>
                <a:spcPts val="0"/>
              </a:spcAft>
              <a:buSzPts val="1000"/>
              <a:buFont typeface="Nunito Light"/>
              <a:buChar char="●"/>
              <a:defRPr/>
            </a:lvl4pPr>
            <a:lvl5pPr marL="2286000" lvl="4" indent="-292100" rtl="0">
              <a:spcBef>
                <a:spcPts val="1600"/>
              </a:spcBef>
              <a:spcAft>
                <a:spcPts val="0"/>
              </a:spcAft>
              <a:buSzPts val="1000"/>
              <a:buFont typeface="Nunito Light"/>
              <a:buChar char="○"/>
              <a:defRPr/>
            </a:lvl5pPr>
            <a:lvl6pPr marL="2743200" lvl="5" indent="-292100" rtl="0">
              <a:spcBef>
                <a:spcPts val="1600"/>
              </a:spcBef>
              <a:spcAft>
                <a:spcPts val="0"/>
              </a:spcAft>
              <a:buSzPts val="1000"/>
              <a:buFont typeface="Nunito Light"/>
              <a:buChar char="■"/>
              <a:defRPr/>
            </a:lvl6pPr>
            <a:lvl7pPr marL="3200400" lvl="6" indent="-292100" rtl="0">
              <a:spcBef>
                <a:spcPts val="1600"/>
              </a:spcBef>
              <a:spcAft>
                <a:spcPts val="0"/>
              </a:spcAft>
              <a:buSzPts val="1000"/>
              <a:buFont typeface="Nunito Light"/>
              <a:buChar char="●"/>
              <a:defRPr/>
            </a:lvl7pPr>
            <a:lvl8pPr marL="3657600" lvl="7" indent="-292100" rtl="0">
              <a:spcBef>
                <a:spcPts val="1600"/>
              </a:spcBef>
              <a:spcAft>
                <a:spcPts val="0"/>
              </a:spcAft>
              <a:buSzPts val="1000"/>
              <a:buFont typeface="Nunito Light"/>
              <a:buChar char="○"/>
              <a:defRPr/>
            </a:lvl8pPr>
            <a:lvl9pPr marL="4114800" lvl="8" indent="-292100" rtl="0">
              <a:spcBef>
                <a:spcPts val="1600"/>
              </a:spcBef>
              <a:spcAft>
                <a:spcPts val="1600"/>
              </a:spcAft>
              <a:buSzPts val="1000"/>
              <a:buFont typeface="Nunito Light"/>
              <a:buChar char="■"/>
              <a:defRPr/>
            </a:lvl9pPr>
          </a:lstStyle>
          <a:p>
            <a:endParaRPr/>
          </a:p>
        </p:txBody>
      </p:sp>
      <p:sp>
        <p:nvSpPr>
          <p:cNvPr id="411" name="Google Shape;411;p20"/>
          <p:cNvSpPr txBox="1">
            <a:spLocks noGrp="1"/>
          </p:cNvSpPr>
          <p:nvPr>
            <p:ph type="ctrTitle"/>
          </p:nvPr>
        </p:nvSpPr>
        <p:spPr>
          <a:xfrm>
            <a:off x="618825" y="411675"/>
            <a:ext cx="47277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3600"/>
              <a:buNone/>
              <a:defRPr sz="3000"/>
            </a:lvl1pPr>
            <a:lvl2pPr lvl="1" algn="ctr" rtl="0">
              <a:spcBef>
                <a:spcPts val="0"/>
              </a:spcBef>
              <a:spcAft>
                <a:spcPts val="0"/>
              </a:spcAft>
              <a:buClr>
                <a:srgbClr val="D9D9D9"/>
              </a:buClr>
              <a:buSzPts val="1800"/>
              <a:buNone/>
              <a:defRPr sz="1800">
                <a:solidFill>
                  <a:srgbClr val="D9D9D9"/>
                </a:solidFill>
              </a:defRPr>
            </a:lvl2pPr>
            <a:lvl3pPr lvl="2" algn="ctr" rtl="0">
              <a:spcBef>
                <a:spcPts val="0"/>
              </a:spcBef>
              <a:spcAft>
                <a:spcPts val="0"/>
              </a:spcAft>
              <a:buClr>
                <a:srgbClr val="D9D9D9"/>
              </a:buClr>
              <a:buSzPts val="1800"/>
              <a:buNone/>
              <a:defRPr sz="1800">
                <a:solidFill>
                  <a:srgbClr val="D9D9D9"/>
                </a:solidFill>
              </a:defRPr>
            </a:lvl3pPr>
            <a:lvl4pPr lvl="3" algn="ctr" rtl="0">
              <a:spcBef>
                <a:spcPts val="0"/>
              </a:spcBef>
              <a:spcAft>
                <a:spcPts val="0"/>
              </a:spcAft>
              <a:buClr>
                <a:srgbClr val="D9D9D9"/>
              </a:buClr>
              <a:buSzPts val="1800"/>
              <a:buNone/>
              <a:defRPr sz="1800">
                <a:solidFill>
                  <a:srgbClr val="D9D9D9"/>
                </a:solidFill>
              </a:defRPr>
            </a:lvl4pPr>
            <a:lvl5pPr lvl="4" algn="ctr" rtl="0">
              <a:spcBef>
                <a:spcPts val="0"/>
              </a:spcBef>
              <a:spcAft>
                <a:spcPts val="0"/>
              </a:spcAft>
              <a:buClr>
                <a:srgbClr val="D9D9D9"/>
              </a:buClr>
              <a:buSzPts val="1800"/>
              <a:buNone/>
              <a:defRPr sz="1800">
                <a:solidFill>
                  <a:srgbClr val="D9D9D9"/>
                </a:solidFill>
              </a:defRPr>
            </a:lvl5pPr>
            <a:lvl6pPr lvl="5" algn="ctr" rtl="0">
              <a:spcBef>
                <a:spcPts val="0"/>
              </a:spcBef>
              <a:spcAft>
                <a:spcPts val="0"/>
              </a:spcAft>
              <a:buClr>
                <a:srgbClr val="D9D9D9"/>
              </a:buClr>
              <a:buSzPts val="1800"/>
              <a:buNone/>
              <a:defRPr sz="1800">
                <a:solidFill>
                  <a:srgbClr val="D9D9D9"/>
                </a:solidFill>
              </a:defRPr>
            </a:lvl6pPr>
            <a:lvl7pPr lvl="6" algn="ctr" rtl="0">
              <a:spcBef>
                <a:spcPts val="0"/>
              </a:spcBef>
              <a:spcAft>
                <a:spcPts val="0"/>
              </a:spcAft>
              <a:buClr>
                <a:srgbClr val="D9D9D9"/>
              </a:buClr>
              <a:buSzPts val="1800"/>
              <a:buNone/>
              <a:defRPr sz="1800">
                <a:solidFill>
                  <a:srgbClr val="D9D9D9"/>
                </a:solidFill>
              </a:defRPr>
            </a:lvl7pPr>
            <a:lvl8pPr lvl="7" algn="ctr" rtl="0">
              <a:spcBef>
                <a:spcPts val="0"/>
              </a:spcBef>
              <a:spcAft>
                <a:spcPts val="0"/>
              </a:spcAft>
              <a:buClr>
                <a:srgbClr val="D9D9D9"/>
              </a:buClr>
              <a:buSzPts val="1800"/>
              <a:buNone/>
              <a:defRPr sz="1800">
                <a:solidFill>
                  <a:srgbClr val="D9D9D9"/>
                </a:solidFill>
              </a:defRPr>
            </a:lvl8pPr>
            <a:lvl9pPr lvl="8" algn="ctr" rtl="0">
              <a:spcBef>
                <a:spcPts val="0"/>
              </a:spcBef>
              <a:spcAft>
                <a:spcPts val="0"/>
              </a:spcAft>
              <a:buClr>
                <a:srgbClr val="D9D9D9"/>
              </a:buClr>
              <a:buSzPts val="1800"/>
              <a:buNone/>
              <a:defRPr sz="1800">
                <a:solidFill>
                  <a:srgbClr val="D9D9D9"/>
                </a:solidFill>
              </a:defRPr>
            </a:lvl9pPr>
          </a:lstStyle>
          <a:p>
            <a:endParaRPr/>
          </a:p>
        </p:txBody>
      </p:sp>
      <p:sp>
        <p:nvSpPr>
          <p:cNvPr id="412" name="Google Shape;412;p20"/>
          <p:cNvSpPr txBox="1">
            <a:spLocks noGrp="1"/>
          </p:cNvSpPr>
          <p:nvPr>
            <p:ph type="body" idx="2"/>
          </p:nvPr>
        </p:nvSpPr>
        <p:spPr>
          <a:xfrm>
            <a:off x="4690125" y="1063525"/>
            <a:ext cx="3908700" cy="3786900"/>
          </a:xfrm>
          <a:prstGeom prst="rect">
            <a:avLst/>
          </a:prstGeom>
        </p:spPr>
        <p:txBody>
          <a:bodyPr spcFirstLastPara="1" wrap="square" lIns="91425" tIns="91425" rIns="91425" bIns="91425" anchor="t" anchorCtr="0">
            <a:noAutofit/>
          </a:bodyPr>
          <a:lstStyle>
            <a:lvl1pPr marL="457200" lvl="0" indent="-292100" rtl="0">
              <a:lnSpc>
                <a:spcPct val="100000"/>
              </a:lnSpc>
              <a:spcBef>
                <a:spcPts val="0"/>
              </a:spcBef>
              <a:spcAft>
                <a:spcPts val="0"/>
              </a:spcAft>
              <a:buClr>
                <a:srgbClr val="EC5D37"/>
              </a:buClr>
              <a:buSzPts val="1000"/>
              <a:buFont typeface="Livvic Light"/>
              <a:buChar char="●"/>
              <a:defRPr sz="1200"/>
            </a:lvl1pPr>
            <a:lvl2pPr marL="914400" lvl="1" indent="-292100" rtl="0">
              <a:spcBef>
                <a:spcPts val="1600"/>
              </a:spcBef>
              <a:spcAft>
                <a:spcPts val="0"/>
              </a:spcAft>
              <a:buClr>
                <a:srgbClr val="FFC800"/>
              </a:buClr>
              <a:buSzPts val="1000"/>
              <a:buFont typeface="Nunito Light"/>
              <a:buChar char="○"/>
              <a:defRPr/>
            </a:lvl2pPr>
            <a:lvl3pPr marL="1371600" lvl="2" indent="-292100" rtl="0">
              <a:spcBef>
                <a:spcPts val="1600"/>
              </a:spcBef>
              <a:spcAft>
                <a:spcPts val="0"/>
              </a:spcAft>
              <a:buClr>
                <a:srgbClr val="FFC800"/>
              </a:buClr>
              <a:buSzPts val="1000"/>
              <a:buFont typeface="Nunito Light"/>
              <a:buChar char="■"/>
              <a:defRPr/>
            </a:lvl3pPr>
            <a:lvl4pPr marL="1828800" lvl="3" indent="-292100" rtl="0">
              <a:spcBef>
                <a:spcPts val="1600"/>
              </a:spcBef>
              <a:spcAft>
                <a:spcPts val="0"/>
              </a:spcAft>
              <a:buClr>
                <a:srgbClr val="FFC800"/>
              </a:buClr>
              <a:buSzPts val="1000"/>
              <a:buFont typeface="Nunito Light"/>
              <a:buChar char="●"/>
              <a:defRPr/>
            </a:lvl4pPr>
            <a:lvl5pPr marL="2286000" lvl="4" indent="-292100" rtl="0">
              <a:spcBef>
                <a:spcPts val="1600"/>
              </a:spcBef>
              <a:spcAft>
                <a:spcPts val="0"/>
              </a:spcAft>
              <a:buClr>
                <a:srgbClr val="434343"/>
              </a:buClr>
              <a:buSzPts val="1000"/>
              <a:buFont typeface="Nunito Light"/>
              <a:buChar char="○"/>
              <a:defRPr/>
            </a:lvl5pPr>
            <a:lvl6pPr marL="2743200" lvl="5" indent="-292100" rtl="0">
              <a:spcBef>
                <a:spcPts val="1600"/>
              </a:spcBef>
              <a:spcAft>
                <a:spcPts val="0"/>
              </a:spcAft>
              <a:buClr>
                <a:srgbClr val="434343"/>
              </a:buClr>
              <a:buSzPts val="1000"/>
              <a:buFont typeface="Nunito Light"/>
              <a:buChar char="■"/>
              <a:defRPr/>
            </a:lvl6pPr>
            <a:lvl7pPr marL="3200400" lvl="6" indent="-292100" rtl="0">
              <a:spcBef>
                <a:spcPts val="1600"/>
              </a:spcBef>
              <a:spcAft>
                <a:spcPts val="0"/>
              </a:spcAft>
              <a:buClr>
                <a:srgbClr val="434343"/>
              </a:buClr>
              <a:buSzPts val="1000"/>
              <a:buFont typeface="Nunito Light"/>
              <a:buChar char="●"/>
              <a:defRPr/>
            </a:lvl7pPr>
            <a:lvl8pPr marL="3657600" lvl="7" indent="-292100" rtl="0">
              <a:spcBef>
                <a:spcPts val="1600"/>
              </a:spcBef>
              <a:spcAft>
                <a:spcPts val="0"/>
              </a:spcAft>
              <a:buClr>
                <a:srgbClr val="434343"/>
              </a:buClr>
              <a:buSzPts val="1000"/>
              <a:buFont typeface="Nunito Light"/>
              <a:buChar char="○"/>
              <a:defRPr/>
            </a:lvl8pPr>
            <a:lvl9pPr marL="4114800" lvl="8" indent="-292100" rtl="0">
              <a:spcBef>
                <a:spcPts val="1600"/>
              </a:spcBef>
              <a:spcAft>
                <a:spcPts val="1600"/>
              </a:spcAft>
              <a:buClr>
                <a:srgbClr val="434343"/>
              </a:buClr>
              <a:buSzPts val="1000"/>
              <a:buFont typeface="Nunito Light"/>
              <a:buChar char="■"/>
              <a:defRPr/>
            </a:lvl9pPr>
          </a:lstStyle>
          <a:p>
            <a:endParaRPr/>
          </a:p>
        </p:txBody>
      </p:sp>
      <p:sp>
        <p:nvSpPr>
          <p:cNvPr id="413" name="Google Shape;413;p20"/>
          <p:cNvSpPr/>
          <p:nvPr/>
        </p:nvSpPr>
        <p:spPr>
          <a:xfrm>
            <a:off x="8829925" y="1123700"/>
            <a:ext cx="108650" cy="108625"/>
          </a:xfrm>
          <a:custGeom>
            <a:avLst/>
            <a:gdLst/>
            <a:ahLst/>
            <a:cxnLst/>
            <a:rect l="l" t="t" r="r" b="b"/>
            <a:pathLst>
              <a:path w="4346" h="4345" extrusionOk="0">
                <a:moveTo>
                  <a:pt x="4027" y="337"/>
                </a:moveTo>
                <a:lnTo>
                  <a:pt x="4027" y="4008"/>
                </a:lnTo>
                <a:lnTo>
                  <a:pt x="338" y="4008"/>
                </a:lnTo>
                <a:lnTo>
                  <a:pt x="338" y="337"/>
                </a:lnTo>
                <a:close/>
                <a:moveTo>
                  <a:pt x="1" y="0"/>
                </a:moveTo>
                <a:lnTo>
                  <a:pt x="1" y="4345"/>
                </a:lnTo>
                <a:lnTo>
                  <a:pt x="4346" y="4345"/>
                </a:lnTo>
                <a:lnTo>
                  <a:pt x="4346"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20"/>
          <p:cNvSpPr/>
          <p:nvPr/>
        </p:nvSpPr>
        <p:spPr>
          <a:xfrm>
            <a:off x="9156250" y="1340450"/>
            <a:ext cx="111450" cy="110975"/>
          </a:xfrm>
          <a:custGeom>
            <a:avLst/>
            <a:gdLst/>
            <a:ahLst/>
            <a:cxnLst/>
            <a:rect l="l" t="t" r="r" b="b"/>
            <a:pathLst>
              <a:path w="4458" h="4439" extrusionOk="0">
                <a:moveTo>
                  <a:pt x="4008" y="431"/>
                </a:moveTo>
                <a:lnTo>
                  <a:pt x="4008" y="4008"/>
                </a:lnTo>
                <a:lnTo>
                  <a:pt x="431" y="4008"/>
                </a:lnTo>
                <a:lnTo>
                  <a:pt x="431" y="431"/>
                </a:lnTo>
                <a:close/>
                <a:moveTo>
                  <a:pt x="0" y="1"/>
                </a:moveTo>
                <a:lnTo>
                  <a:pt x="0" y="4439"/>
                </a:lnTo>
                <a:lnTo>
                  <a:pt x="4457" y="4439"/>
                </a:lnTo>
                <a:lnTo>
                  <a:pt x="4457" y="1"/>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20"/>
          <p:cNvSpPr/>
          <p:nvPr/>
        </p:nvSpPr>
        <p:spPr>
          <a:xfrm>
            <a:off x="5809850" y="214400"/>
            <a:ext cx="108625" cy="108625"/>
          </a:xfrm>
          <a:custGeom>
            <a:avLst/>
            <a:gdLst/>
            <a:ahLst/>
            <a:cxnLst/>
            <a:rect l="l" t="t" r="r" b="b"/>
            <a:pathLst>
              <a:path w="4345" h="4345" extrusionOk="0">
                <a:moveTo>
                  <a:pt x="4008" y="337"/>
                </a:moveTo>
                <a:lnTo>
                  <a:pt x="4008" y="4008"/>
                </a:lnTo>
                <a:lnTo>
                  <a:pt x="337" y="4008"/>
                </a:lnTo>
                <a:lnTo>
                  <a:pt x="337" y="337"/>
                </a:lnTo>
                <a:close/>
                <a:moveTo>
                  <a:pt x="0" y="0"/>
                </a:moveTo>
                <a:lnTo>
                  <a:pt x="0" y="4345"/>
                </a:lnTo>
                <a:lnTo>
                  <a:pt x="4345" y="4345"/>
                </a:lnTo>
                <a:lnTo>
                  <a:pt x="4345" y="0"/>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20"/>
          <p:cNvSpPr/>
          <p:nvPr/>
        </p:nvSpPr>
        <p:spPr>
          <a:xfrm>
            <a:off x="7079800" y="420088"/>
            <a:ext cx="164825" cy="164375"/>
          </a:xfrm>
          <a:custGeom>
            <a:avLst/>
            <a:gdLst/>
            <a:ahLst/>
            <a:cxnLst/>
            <a:rect l="l" t="t" r="r" b="b"/>
            <a:pathLst>
              <a:path w="6593" h="6575" extrusionOk="0">
                <a:moveTo>
                  <a:pt x="6256" y="338"/>
                </a:moveTo>
                <a:lnTo>
                  <a:pt x="6256" y="6237"/>
                </a:lnTo>
                <a:lnTo>
                  <a:pt x="338" y="6237"/>
                </a:lnTo>
                <a:lnTo>
                  <a:pt x="338" y="338"/>
                </a:lnTo>
                <a:close/>
                <a:moveTo>
                  <a:pt x="1" y="1"/>
                </a:moveTo>
                <a:lnTo>
                  <a:pt x="1" y="6574"/>
                </a:lnTo>
                <a:lnTo>
                  <a:pt x="6593" y="6574"/>
                </a:lnTo>
                <a:lnTo>
                  <a:pt x="6593" y="1"/>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20"/>
          <p:cNvSpPr/>
          <p:nvPr/>
        </p:nvSpPr>
        <p:spPr>
          <a:xfrm>
            <a:off x="7952700" y="278513"/>
            <a:ext cx="44975" cy="44500"/>
          </a:xfrm>
          <a:custGeom>
            <a:avLst/>
            <a:gdLst/>
            <a:ahLst/>
            <a:cxnLst/>
            <a:rect l="l" t="t" r="r" b="b"/>
            <a:pathLst>
              <a:path w="1799" h="1780" extrusionOk="0">
                <a:moveTo>
                  <a:pt x="1" y="1"/>
                </a:moveTo>
                <a:lnTo>
                  <a:pt x="1" y="1780"/>
                </a:lnTo>
                <a:lnTo>
                  <a:pt x="1798" y="1780"/>
                </a:lnTo>
                <a:lnTo>
                  <a:pt x="1798"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0"/>
          <p:cNvSpPr/>
          <p:nvPr/>
        </p:nvSpPr>
        <p:spPr>
          <a:xfrm>
            <a:off x="7372450" y="-69325"/>
            <a:ext cx="155925" cy="155925"/>
          </a:xfrm>
          <a:custGeom>
            <a:avLst/>
            <a:gdLst/>
            <a:ahLst/>
            <a:cxnLst/>
            <a:rect l="l" t="t" r="r" b="b"/>
            <a:pathLst>
              <a:path w="6237" h="6237" extrusionOk="0">
                <a:moveTo>
                  <a:pt x="0" y="0"/>
                </a:moveTo>
                <a:lnTo>
                  <a:pt x="0" y="6236"/>
                </a:lnTo>
                <a:lnTo>
                  <a:pt x="6236" y="6236"/>
                </a:lnTo>
                <a:lnTo>
                  <a:pt x="6236" y="0"/>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0"/>
          <p:cNvSpPr/>
          <p:nvPr/>
        </p:nvSpPr>
        <p:spPr>
          <a:xfrm>
            <a:off x="8464275" y="355050"/>
            <a:ext cx="155925" cy="156400"/>
          </a:xfrm>
          <a:custGeom>
            <a:avLst/>
            <a:gdLst/>
            <a:ahLst/>
            <a:cxnLst/>
            <a:rect l="l" t="t" r="r" b="b"/>
            <a:pathLst>
              <a:path w="6237" h="6256" extrusionOk="0">
                <a:moveTo>
                  <a:pt x="1" y="1"/>
                </a:moveTo>
                <a:lnTo>
                  <a:pt x="1" y="6256"/>
                </a:lnTo>
                <a:lnTo>
                  <a:pt x="6237" y="6256"/>
                </a:lnTo>
                <a:lnTo>
                  <a:pt x="6237"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0"/>
          <p:cNvSpPr/>
          <p:nvPr/>
        </p:nvSpPr>
        <p:spPr>
          <a:xfrm>
            <a:off x="7264275" y="607363"/>
            <a:ext cx="122675" cy="122675"/>
          </a:xfrm>
          <a:custGeom>
            <a:avLst/>
            <a:gdLst/>
            <a:ahLst/>
            <a:cxnLst/>
            <a:rect l="l" t="t" r="r" b="b"/>
            <a:pathLst>
              <a:path w="4907" h="4907" extrusionOk="0">
                <a:moveTo>
                  <a:pt x="0" y="1"/>
                </a:moveTo>
                <a:lnTo>
                  <a:pt x="0" y="4907"/>
                </a:lnTo>
                <a:lnTo>
                  <a:pt x="4907" y="4907"/>
                </a:lnTo>
                <a:lnTo>
                  <a:pt x="4907"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20"/>
          <p:cNvSpPr/>
          <p:nvPr/>
        </p:nvSpPr>
        <p:spPr>
          <a:xfrm>
            <a:off x="6298850" y="907625"/>
            <a:ext cx="155925" cy="155900"/>
          </a:xfrm>
          <a:custGeom>
            <a:avLst/>
            <a:gdLst/>
            <a:ahLst/>
            <a:cxnLst/>
            <a:rect l="l" t="t" r="r" b="b"/>
            <a:pathLst>
              <a:path w="6237" h="6236" extrusionOk="0">
                <a:moveTo>
                  <a:pt x="1" y="0"/>
                </a:moveTo>
                <a:lnTo>
                  <a:pt x="1" y="6236"/>
                </a:lnTo>
                <a:lnTo>
                  <a:pt x="6237" y="6236"/>
                </a:lnTo>
                <a:lnTo>
                  <a:pt x="6237" y="0"/>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20"/>
          <p:cNvSpPr/>
          <p:nvPr/>
        </p:nvSpPr>
        <p:spPr>
          <a:xfrm>
            <a:off x="-83000" y="4540463"/>
            <a:ext cx="164825" cy="164375"/>
          </a:xfrm>
          <a:custGeom>
            <a:avLst/>
            <a:gdLst/>
            <a:ahLst/>
            <a:cxnLst/>
            <a:rect l="l" t="t" r="r" b="b"/>
            <a:pathLst>
              <a:path w="6593" h="6575" extrusionOk="0">
                <a:moveTo>
                  <a:pt x="6256" y="338"/>
                </a:moveTo>
                <a:lnTo>
                  <a:pt x="6256" y="6237"/>
                </a:lnTo>
                <a:lnTo>
                  <a:pt x="338" y="6237"/>
                </a:lnTo>
                <a:lnTo>
                  <a:pt x="338" y="338"/>
                </a:lnTo>
                <a:close/>
                <a:moveTo>
                  <a:pt x="1" y="1"/>
                </a:moveTo>
                <a:lnTo>
                  <a:pt x="1" y="6574"/>
                </a:lnTo>
                <a:lnTo>
                  <a:pt x="6593" y="6574"/>
                </a:lnTo>
                <a:lnTo>
                  <a:pt x="6593" y="1"/>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20"/>
          <p:cNvSpPr/>
          <p:nvPr/>
        </p:nvSpPr>
        <p:spPr>
          <a:xfrm>
            <a:off x="101475" y="4727738"/>
            <a:ext cx="122675" cy="122675"/>
          </a:xfrm>
          <a:custGeom>
            <a:avLst/>
            <a:gdLst/>
            <a:ahLst/>
            <a:cxnLst/>
            <a:rect l="l" t="t" r="r" b="b"/>
            <a:pathLst>
              <a:path w="4907" h="4907" extrusionOk="0">
                <a:moveTo>
                  <a:pt x="0" y="1"/>
                </a:moveTo>
                <a:lnTo>
                  <a:pt x="0" y="4907"/>
                </a:lnTo>
                <a:lnTo>
                  <a:pt x="4907" y="4907"/>
                </a:lnTo>
                <a:lnTo>
                  <a:pt x="4907"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p:cSld name="CUSTOM_5">
    <p:spTree>
      <p:nvGrpSpPr>
        <p:cNvPr id="1" name="Shape 424"/>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2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1pPr>
            <a:lvl2pPr lvl="1">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2pPr>
            <a:lvl3pPr lvl="2">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3pPr>
            <a:lvl4pPr lvl="3">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4pPr>
            <a:lvl5pPr lvl="4">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5pPr>
            <a:lvl6pPr lvl="5">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6pPr>
            <a:lvl7pPr lvl="6">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7pPr>
            <a:lvl8pPr lvl="7">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8pPr>
            <a:lvl9pPr lvl="8">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lt1"/>
              </a:buClr>
              <a:buSzPts val="1800"/>
              <a:buFont typeface="Maven Pro"/>
              <a:buChar char="●"/>
              <a:defRPr sz="1800">
                <a:solidFill>
                  <a:schemeClr val="lt1"/>
                </a:solidFill>
                <a:latin typeface="Maven Pro"/>
                <a:ea typeface="Maven Pro"/>
                <a:cs typeface="Maven Pro"/>
                <a:sym typeface="Maven Pro"/>
              </a:defRPr>
            </a:lvl1pPr>
            <a:lvl2pPr marL="914400" lvl="1"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2pPr>
            <a:lvl3pPr marL="1371600" lvl="2"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3pPr>
            <a:lvl4pPr marL="1828800" lvl="3"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4pPr>
            <a:lvl5pPr marL="2286000" lvl="4"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5pPr>
            <a:lvl6pPr marL="2743200" lvl="5"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6pPr>
            <a:lvl7pPr marL="3200400" lvl="6"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7pPr>
            <a:lvl8pPr marL="3657600" lvl="7"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8pPr>
            <a:lvl9pPr marL="4114800" lvl="8" indent="-317500">
              <a:lnSpc>
                <a:spcPct val="115000"/>
              </a:lnSpc>
              <a:spcBef>
                <a:spcPts val="1600"/>
              </a:spcBef>
              <a:spcAft>
                <a:spcPts val="1600"/>
              </a:spcAft>
              <a:buClr>
                <a:schemeClr val="lt1"/>
              </a:buClr>
              <a:buSzPts val="1400"/>
              <a:buFont typeface="Maven Pro"/>
              <a:buChar char="■"/>
              <a:defRPr>
                <a:solidFill>
                  <a:schemeClr val="lt1"/>
                </a:solidFill>
                <a:latin typeface="Maven Pro"/>
                <a:ea typeface="Maven Pro"/>
                <a:cs typeface="Maven Pro"/>
                <a:sym typeface="Maven Pr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 id="2147483655" r:id="rId5"/>
    <p:sldLayoutId id="2147483658" r:id="rId6"/>
    <p:sldLayoutId id="2147483666" r:id="rId7"/>
    <p:sldLayoutId id="2147483667" r:id="rId8"/>
    <p:sldLayoutId id="2147483668"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25"/>
          <p:cNvSpPr txBox="1">
            <a:spLocks noGrp="1"/>
          </p:cNvSpPr>
          <p:nvPr>
            <p:ph type="subTitle" idx="1"/>
          </p:nvPr>
        </p:nvSpPr>
        <p:spPr>
          <a:xfrm>
            <a:off x="1981200" y="2876550"/>
            <a:ext cx="4876800" cy="1524000"/>
          </a:xfrm>
          <a:prstGeom prst="rect">
            <a:avLst/>
          </a:prstGeom>
        </p:spPr>
        <p:txBody>
          <a:bodyPr spcFirstLastPara="1" wrap="square" lIns="91425" tIns="91425" rIns="91425" bIns="91425" anchor="t" anchorCtr="0">
            <a:noAutofit/>
          </a:bodyPr>
          <a:lstStyle/>
          <a:p>
            <a:pPr marL="0" lvl="0" indent="0"/>
            <a:r>
              <a:rPr lang="en-US" dirty="0" err="1"/>
              <a:t>Rawan</a:t>
            </a:r>
            <a:r>
              <a:rPr lang="en-US" dirty="0"/>
              <a:t> </a:t>
            </a:r>
            <a:r>
              <a:rPr lang="en-US" dirty="0" err="1"/>
              <a:t>Hisham</a:t>
            </a:r>
            <a:r>
              <a:rPr lang="en-US" dirty="0"/>
              <a:t> </a:t>
            </a:r>
            <a:r>
              <a:rPr lang="en-US" dirty="0" err="1"/>
              <a:t>Neiazy</a:t>
            </a:r>
            <a:r>
              <a:rPr lang="en-US" dirty="0"/>
              <a:t>      202001119</a:t>
            </a:r>
          </a:p>
          <a:p>
            <a:pPr marL="0" lvl="0" indent="0"/>
            <a:r>
              <a:rPr lang="en-US" dirty="0" err="1"/>
              <a:t>Shahd</a:t>
            </a:r>
            <a:r>
              <a:rPr lang="en-US" dirty="0"/>
              <a:t> </a:t>
            </a:r>
            <a:r>
              <a:rPr lang="en-US" dirty="0" err="1"/>
              <a:t>Ayman</a:t>
            </a:r>
            <a:r>
              <a:rPr lang="en-US" dirty="0"/>
              <a:t> Abdullah     202002096</a:t>
            </a:r>
          </a:p>
          <a:p>
            <a:pPr marL="0" lvl="0" indent="0"/>
            <a:r>
              <a:rPr lang="en-US" dirty="0" err="1"/>
              <a:t>Marvy</a:t>
            </a:r>
            <a:r>
              <a:rPr lang="en-US" dirty="0"/>
              <a:t> </a:t>
            </a:r>
            <a:r>
              <a:rPr lang="en-US" dirty="0" err="1"/>
              <a:t>Ashraf</a:t>
            </a:r>
            <a:r>
              <a:rPr lang="en-US" dirty="0"/>
              <a:t> </a:t>
            </a:r>
            <a:r>
              <a:rPr lang="en-US" dirty="0" err="1"/>
              <a:t>Lamei</a:t>
            </a:r>
            <a:r>
              <a:rPr lang="en-US" dirty="0"/>
              <a:t>           202001987</a:t>
            </a:r>
          </a:p>
          <a:p>
            <a:pPr marL="0" lvl="0" indent="0"/>
            <a:r>
              <a:rPr lang="en-US" dirty="0" err="1"/>
              <a:t>Nouran</a:t>
            </a:r>
            <a:r>
              <a:rPr lang="en-US" dirty="0"/>
              <a:t> Ahmed </a:t>
            </a:r>
            <a:r>
              <a:rPr lang="en-US" dirty="0" err="1"/>
              <a:t>Mahmod</a:t>
            </a:r>
            <a:r>
              <a:rPr lang="en-US" dirty="0"/>
              <a:t>    202000574</a:t>
            </a:r>
          </a:p>
          <a:p>
            <a:pPr marL="0" lvl="0" indent="0"/>
            <a:r>
              <a:rPr lang="en-US" dirty="0"/>
              <a:t>Farah </a:t>
            </a:r>
            <a:r>
              <a:rPr lang="en-US" dirty="0" err="1"/>
              <a:t>Amr</a:t>
            </a:r>
            <a:r>
              <a:rPr lang="en-US" dirty="0"/>
              <a:t> Mohamed         202001483</a:t>
            </a:r>
          </a:p>
          <a:p>
            <a:pPr marL="0" lvl="0" indent="0"/>
            <a:endParaRPr lang="en" dirty="0"/>
          </a:p>
        </p:txBody>
      </p:sp>
      <p:sp>
        <p:nvSpPr>
          <p:cNvPr id="435" name="Google Shape;435;p25"/>
          <p:cNvSpPr txBox="1">
            <a:spLocks noGrp="1"/>
          </p:cNvSpPr>
          <p:nvPr>
            <p:ph type="ctrTitle"/>
          </p:nvPr>
        </p:nvSpPr>
        <p:spPr>
          <a:xfrm>
            <a:off x="1371600" y="1047750"/>
            <a:ext cx="6020700" cy="1756738"/>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a:t>Anime Recommendation </a:t>
            </a:r>
            <a:endParaRPr/>
          </a:p>
        </p:txBody>
      </p:sp>
      <p:sp>
        <p:nvSpPr>
          <p:cNvPr id="436" name="Google Shape;436;p25"/>
          <p:cNvSpPr/>
          <p:nvPr/>
        </p:nvSpPr>
        <p:spPr>
          <a:xfrm>
            <a:off x="1917281" y="4715495"/>
            <a:ext cx="121434" cy="121434"/>
          </a:xfrm>
          <a:custGeom>
            <a:avLst/>
            <a:gdLst/>
            <a:ahLst/>
            <a:cxnLst/>
            <a:rect l="l" t="t" r="r" b="b"/>
            <a:pathLst>
              <a:path w="4634" h="4634" extrusionOk="0">
                <a:moveTo>
                  <a:pt x="1" y="0"/>
                </a:moveTo>
                <a:lnTo>
                  <a:pt x="1" y="4633"/>
                </a:lnTo>
                <a:lnTo>
                  <a:pt x="4634" y="4633"/>
                </a:lnTo>
                <a:lnTo>
                  <a:pt x="4634" y="0"/>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5"/>
          <p:cNvSpPr/>
          <p:nvPr/>
        </p:nvSpPr>
        <p:spPr>
          <a:xfrm>
            <a:off x="7047944" y="3537816"/>
            <a:ext cx="57834" cy="57834"/>
          </a:xfrm>
          <a:custGeom>
            <a:avLst/>
            <a:gdLst/>
            <a:ahLst/>
            <a:cxnLst/>
            <a:rect l="l" t="t" r="r" b="b"/>
            <a:pathLst>
              <a:path w="2207" h="2207" fill="none" extrusionOk="0">
                <a:moveTo>
                  <a:pt x="0" y="1"/>
                </a:moveTo>
                <a:lnTo>
                  <a:pt x="2206" y="1"/>
                </a:lnTo>
                <a:lnTo>
                  <a:pt x="2206" y="2207"/>
                </a:lnTo>
                <a:lnTo>
                  <a:pt x="0" y="2207"/>
                </a:lnTo>
                <a:close/>
              </a:path>
            </a:pathLst>
          </a:custGeom>
          <a:noFill/>
          <a:ln w="1375" cap="flat" cmpd="sng">
            <a:solidFill>
              <a:srgbClr val="E898A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5"/>
          <p:cNvSpPr/>
          <p:nvPr/>
        </p:nvSpPr>
        <p:spPr>
          <a:xfrm>
            <a:off x="2307882" y="3002386"/>
            <a:ext cx="104086" cy="104322"/>
          </a:xfrm>
          <a:custGeom>
            <a:avLst/>
            <a:gdLst/>
            <a:ahLst/>
            <a:cxnLst/>
            <a:rect l="l" t="t" r="r" b="b"/>
            <a:pathLst>
              <a:path w="3972" h="3981" fill="none" extrusionOk="0">
                <a:moveTo>
                  <a:pt x="1" y="1"/>
                </a:moveTo>
                <a:lnTo>
                  <a:pt x="3972" y="1"/>
                </a:lnTo>
                <a:lnTo>
                  <a:pt x="3972" y="3981"/>
                </a:lnTo>
                <a:lnTo>
                  <a:pt x="1" y="3981"/>
                </a:lnTo>
                <a:close/>
              </a:path>
            </a:pathLst>
          </a:custGeom>
          <a:noFill/>
          <a:ln w="2975" cap="flat" cmpd="sng">
            <a:solidFill>
              <a:srgbClr val="00CFC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5"/>
          <p:cNvSpPr/>
          <p:nvPr/>
        </p:nvSpPr>
        <p:spPr>
          <a:xfrm>
            <a:off x="6293004" y="835609"/>
            <a:ext cx="80476" cy="80476"/>
          </a:xfrm>
          <a:custGeom>
            <a:avLst/>
            <a:gdLst/>
            <a:ahLst/>
            <a:cxnLst/>
            <a:rect l="l" t="t" r="r" b="b"/>
            <a:pathLst>
              <a:path w="3071" h="3071" extrusionOk="0">
                <a:moveTo>
                  <a:pt x="1" y="1"/>
                </a:moveTo>
                <a:lnTo>
                  <a:pt x="1" y="3071"/>
                </a:lnTo>
                <a:lnTo>
                  <a:pt x="3071" y="3071"/>
                </a:lnTo>
                <a:lnTo>
                  <a:pt x="3071" y="1"/>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5"/>
          <p:cNvSpPr/>
          <p:nvPr/>
        </p:nvSpPr>
        <p:spPr>
          <a:xfrm>
            <a:off x="5867400" y="4552950"/>
            <a:ext cx="119993" cy="119966"/>
          </a:xfrm>
          <a:custGeom>
            <a:avLst/>
            <a:gdLst/>
            <a:ahLst/>
            <a:cxnLst/>
            <a:rect l="l" t="t" r="r" b="b"/>
            <a:pathLst>
              <a:path w="4579" h="4578" extrusionOk="0">
                <a:moveTo>
                  <a:pt x="1" y="0"/>
                </a:moveTo>
                <a:lnTo>
                  <a:pt x="1" y="4578"/>
                </a:lnTo>
                <a:lnTo>
                  <a:pt x="4578" y="4578"/>
                </a:lnTo>
                <a:lnTo>
                  <a:pt x="4578"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25"/>
          <p:cNvSpPr/>
          <p:nvPr/>
        </p:nvSpPr>
        <p:spPr>
          <a:xfrm>
            <a:off x="2924242" y="4302208"/>
            <a:ext cx="119993" cy="119993"/>
          </a:xfrm>
          <a:custGeom>
            <a:avLst/>
            <a:gdLst/>
            <a:ahLst/>
            <a:cxnLst/>
            <a:rect l="l" t="t" r="r" b="b"/>
            <a:pathLst>
              <a:path w="4579" h="4579" extrusionOk="0">
                <a:moveTo>
                  <a:pt x="0" y="1"/>
                </a:moveTo>
                <a:lnTo>
                  <a:pt x="0" y="4578"/>
                </a:lnTo>
                <a:lnTo>
                  <a:pt x="4578" y="4578"/>
                </a:lnTo>
                <a:lnTo>
                  <a:pt x="4578" y="1"/>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2" name="Google Shape;442;p25"/>
          <p:cNvGrpSpPr/>
          <p:nvPr/>
        </p:nvGrpSpPr>
        <p:grpSpPr>
          <a:xfrm>
            <a:off x="6232314" y="3696331"/>
            <a:ext cx="121434" cy="1073147"/>
            <a:chOff x="6232314" y="3696331"/>
            <a:chExt cx="121434" cy="1073147"/>
          </a:xfrm>
        </p:grpSpPr>
        <p:sp>
          <p:nvSpPr>
            <p:cNvPr id="443" name="Google Shape;443;p25"/>
            <p:cNvSpPr/>
            <p:nvPr/>
          </p:nvSpPr>
          <p:spPr>
            <a:xfrm>
              <a:off x="6232314" y="4648280"/>
              <a:ext cx="121434" cy="121198"/>
            </a:xfrm>
            <a:custGeom>
              <a:avLst/>
              <a:gdLst/>
              <a:ahLst/>
              <a:cxnLst/>
              <a:rect l="l" t="t" r="r" b="b"/>
              <a:pathLst>
                <a:path w="4634" h="4625" extrusionOk="0">
                  <a:moveTo>
                    <a:pt x="0" y="1"/>
                  </a:moveTo>
                  <a:lnTo>
                    <a:pt x="0" y="4624"/>
                  </a:lnTo>
                  <a:lnTo>
                    <a:pt x="4633" y="4624"/>
                  </a:lnTo>
                  <a:lnTo>
                    <a:pt x="4633"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25"/>
            <p:cNvSpPr/>
            <p:nvPr/>
          </p:nvSpPr>
          <p:spPr>
            <a:xfrm>
              <a:off x="6288681" y="3696331"/>
              <a:ext cx="8700" cy="872731"/>
            </a:xfrm>
            <a:custGeom>
              <a:avLst/>
              <a:gdLst/>
              <a:ahLst/>
              <a:cxnLst/>
              <a:rect l="l" t="t" r="r" b="b"/>
              <a:pathLst>
                <a:path w="332" h="33304" extrusionOk="0">
                  <a:moveTo>
                    <a:pt x="166" y="0"/>
                  </a:moveTo>
                  <a:lnTo>
                    <a:pt x="0" y="33304"/>
                  </a:lnTo>
                  <a:lnTo>
                    <a:pt x="331" y="33304"/>
                  </a:lnTo>
                  <a:lnTo>
                    <a:pt x="16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5" name="Google Shape;445;p25"/>
          <p:cNvGrpSpPr/>
          <p:nvPr/>
        </p:nvGrpSpPr>
        <p:grpSpPr>
          <a:xfrm>
            <a:off x="6780548" y="337714"/>
            <a:ext cx="133252" cy="1952377"/>
            <a:chOff x="6780548" y="337714"/>
            <a:chExt cx="133252" cy="1952377"/>
          </a:xfrm>
        </p:grpSpPr>
        <p:sp>
          <p:nvSpPr>
            <p:cNvPr id="446" name="Google Shape;446;p25"/>
            <p:cNvSpPr/>
            <p:nvPr/>
          </p:nvSpPr>
          <p:spPr>
            <a:xfrm>
              <a:off x="6780548" y="2156839"/>
              <a:ext cx="133252" cy="133252"/>
            </a:xfrm>
            <a:custGeom>
              <a:avLst/>
              <a:gdLst/>
              <a:ahLst/>
              <a:cxnLst/>
              <a:rect l="l" t="t" r="r" b="b"/>
              <a:pathLst>
                <a:path w="5085" h="5085" fill="none" extrusionOk="0">
                  <a:moveTo>
                    <a:pt x="1" y="1"/>
                  </a:moveTo>
                  <a:lnTo>
                    <a:pt x="5084" y="1"/>
                  </a:lnTo>
                  <a:lnTo>
                    <a:pt x="5084" y="5084"/>
                  </a:lnTo>
                  <a:lnTo>
                    <a:pt x="1" y="5084"/>
                  </a:lnTo>
                  <a:close/>
                </a:path>
              </a:pathLst>
            </a:custGeom>
            <a:noFill/>
            <a:ln w="41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5"/>
            <p:cNvSpPr/>
            <p:nvPr/>
          </p:nvSpPr>
          <p:spPr>
            <a:xfrm>
              <a:off x="6842943" y="337714"/>
              <a:ext cx="8464" cy="1695359"/>
            </a:xfrm>
            <a:custGeom>
              <a:avLst/>
              <a:gdLst/>
              <a:ahLst/>
              <a:cxnLst/>
              <a:rect l="l" t="t" r="r" b="b"/>
              <a:pathLst>
                <a:path w="323" h="64696" extrusionOk="0">
                  <a:moveTo>
                    <a:pt x="157" y="0"/>
                  </a:moveTo>
                  <a:lnTo>
                    <a:pt x="1" y="64695"/>
                  </a:lnTo>
                  <a:lnTo>
                    <a:pt x="322" y="64695"/>
                  </a:lnTo>
                  <a:lnTo>
                    <a:pt x="157"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8" name="Google Shape;448;p25"/>
          <p:cNvGrpSpPr/>
          <p:nvPr/>
        </p:nvGrpSpPr>
        <p:grpSpPr>
          <a:xfrm>
            <a:off x="1608717" y="1280046"/>
            <a:ext cx="199237" cy="2828935"/>
            <a:chOff x="1608717" y="1280046"/>
            <a:chExt cx="199237" cy="2828935"/>
          </a:xfrm>
        </p:grpSpPr>
        <p:sp>
          <p:nvSpPr>
            <p:cNvPr id="449" name="Google Shape;449;p25"/>
            <p:cNvSpPr/>
            <p:nvPr/>
          </p:nvSpPr>
          <p:spPr>
            <a:xfrm>
              <a:off x="1608717" y="3909744"/>
              <a:ext cx="199237" cy="199237"/>
            </a:xfrm>
            <a:custGeom>
              <a:avLst/>
              <a:gdLst/>
              <a:ahLst/>
              <a:cxnLst/>
              <a:rect l="l" t="t" r="r" b="b"/>
              <a:pathLst>
                <a:path w="7603" h="7603" extrusionOk="0">
                  <a:moveTo>
                    <a:pt x="0" y="1"/>
                  </a:moveTo>
                  <a:lnTo>
                    <a:pt x="0" y="7602"/>
                  </a:lnTo>
                  <a:lnTo>
                    <a:pt x="7602" y="7602"/>
                  </a:lnTo>
                  <a:lnTo>
                    <a:pt x="7602"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25"/>
            <p:cNvSpPr/>
            <p:nvPr/>
          </p:nvSpPr>
          <p:spPr>
            <a:xfrm>
              <a:off x="1656175" y="3269477"/>
              <a:ext cx="104086" cy="104086"/>
            </a:xfrm>
            <a:custGeom>
              <a:avLst/>
              <a:gdLst/>
              <a:ahLst/>
              <a:cxnLst/>
              <a:rect l="l" t="t" r="r" b="b"/>
              <a:pathLst>
                <a:path w="3972" h="3972" extrusionOk="0">
                  <a:moveTo>
                    <a:pt x="0" y="1"/>
                  </a:moveTo>
                  <a:lnTo>
                    <a:pt x="0" y="3972"/>
                  </a:lnTo>
                  <a:lnTo>
                    <a:pt x="3971" y="3972"/>
                  </a:lnTo>
                  <a:lnTo>
                    <a:pt x="3971"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25"/>
            <p:cNvSpPr/>
            <p:nvPr/>
          </p:nvSpPr>
          <p:spPr>
            <a:xfrm>
              <a:off x="1704104" y="1280046"/>
              <a:ext cx="8464" cy="1794099"/>
            </a:xfrm>
            <a:custGeom>
              <a:avLst/>
              <a:gdLst/>
              <a:ahLst/>
              <a:cxnLst/>
              <a:rect l="l" t="t" r="r" b="b"/>
              <a:pathLst>
                <a:path w="323" h="68464" extrusionOk="0">
                  <a:moveTo>
                    <a:pt x="157" y="0"/>
                  </a:moveTo>
                  <a:lnTo>
                    <a:pt x="0" y="68464"/>
                  </a:lnTo>
                  <a:lnTo>
                    <a:pt x="322" y="68464"/>
                  </a:lnTo>
                  <a:lnTo>
                    <a:pt x="157"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2" name="Google Shape;452;p25"/>
          <p:cNvSpPr/>
          <p:nvPr/>
        </p:nvSpPr>
        <p:spPr>
          <a:xfrm>
            <a:off x="2355692" y="3696328"/>
            <a:ext cx="8464" cy="2519663"/>
          </a:xfrm>
          <a:custGeom>
            <a:avLst/>
            <a:gdLst/>
            <a:ahLst/>
            <a:cxnLst/>
            <a:rect l="l" t="t" r="r" b="b"/>
            <a:pathLst>
              <a:path w="323" h="96152" extrusionOk="0">
                <a:moveTo>
                  <a:pt x="166" y="1"/>
                </a:moveTo>
                <a:lnTo>
                  <a:pt x="1" y="96151"/>
                </a:lnTo>
                <a:lnTo>
                  <a:pt x="322" y="96151"/>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25"/>
          <p:cNvSpPr/>
          <p:nvPr/>
        </p:nvSpPr>
        <p:spPr>
          <a:xfrm>
            <a:off x="7446601" y="3454956"/>
            <a:ext cx="8464" cy="1689096"/>
          </a:xfrm>
          <a:custGeom>
            <a:avLst/>
            <a:gdLst/>
            <a:ahLst/>
            <a:cxnLst/>
            <a:rect l="l" t="t" r="r" b="b"/>
            <a:pathLst>
              <a:path w="323" h="64457" extrusionOk="0">
                <a:moveTo>
                  <a:pt x="157" y="1"/>
                </a:moveTo>
                <a:lnTo>
                  <a:pt x="0" y="64456"/>
                </a:lnTo>
                <a:lnTo>
                  <a:pt x="322" y="64456"/>
                </a:lnTo>
                <a:lnTo>
                  <a:pt x="157"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4" name="Google Shape;454;p25"/>
          <p:cNvGrpSpPr/>
          <p:nvPr/>
        </p:nvGrpSpPr>
        <p:grpSpPr>
          <a:xfrm>
            <a:off x="8008096" y="2108910"/>
            <a:ext cx="199001" cy="2139769"/>
            <a:chOff x="8008096" y="2108910"/>
            <a:chExt cx="199001" cy="2139769"/>
          </a:xfrm>
        </p:grpSpPr>
        <p:sp>
          <p:nvSpPr>
            <p:cNvPr id="455" name="Google Shape;455;p25"/>
            <p:cNvSpPr/>
            <p:nvPr/>
          </p:nvSpPr>
          <p:spPr>
            <a:xfrm>
              <a:off x="8008096" y="4049705"/>
              <a:ext cx="199001" cy="198975"/>
            </a:xfrm>
            <a:custGeom>
              <a:avLst/>
              <a:gdLst/>
              <a:ahLst/>
              <a:cxnLst/>
              <a:rect l="l" t="t" r="r" b="b"/>
              <a:pathLst>
                <a:path w="7594" h="7593" extrusionOk="0">
                  <a:moveTo>
                    <a:pt x="1" y="0"/>
                  </a:moveTo>
                  <a:lnTo>
                    <a:pt x="1" y="7593"/>
                  </a:lnTo>
                  <a:lnTo>
                    <a:pt x="7593" y="7593"/>
                  </a:lnTo>
                  <a:lnTo>
                    <a:pt x="7593" y="0"/>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25"/>
            <p:cNvSpPr/>
            <p:nvPr/>
          </p:nvSpPr>
          <p:spPr>
            <a:xfrm>
              <a:off x="8103246" y="2108910"/>
              <a:ext cx="8464" cy="1793863"/>
            </a:xfrm>
            <a:custGeom>
              <a:avLst/>
              <a:gdLst/>
              <a:ahLst/>
              <a:cxnLst/>
              <a:rect l="l" t="t" r="r" b="b"/>
              <a:pathLst>
                <a:path w="323" h="68455" extrusionOk="0">
                  <a:moveTo>
                    <a:pt x="166" y="1"/>
                  </a:moveTo>
                  <a:lnTo>
                    <a:pt x="0" y="68455"/>
                  </a:lnTo>
                  <a:lnTo>
                    <a:pt x="322" y="68455"/>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7" name="Google Shape;457;p25"/>
          <p:cNvGrpSpPr/>
          <p:nvPr/>
        </p:nvGrpSpPr>
        <p:grpSpPr>
          <a:xfrm>
            <a:off x="6705600" y="3105150"/>
            <a:ext cx="199001" cy="867198"/>
            <a:chOff x="4475150" y="4052605"/>
            <a:chExt cx="199001" cy="867198"/>
          </a:xfrm>
        </p:grpSpPr>
        <p:sp>
          <p:nvSpPr>
            <p:cNvPr id="458" name="Google Shape;458;p25"/>
            <p:cNvSpPr/>
            <p:nvPr/>
          </p:nvSpPr>
          <p:spPr>
            <a:xfrm>
              <a:off x="4475150" y="4052605"/>
              <a:ext cx="199001" cy="220121"/>
            </a:xfrm>
            <a:custGeom>
              <a:avLst/>
              <a:gdLst/>
              <a:ahLst/>
              <a:cxnLst/>
              <a:rect l="l" t="t" r="r" b="b"/>
              <a:pathLst>
                <a:path w="7594" h="7593" extrusionOk="0">
                  <a:moveTo>
                    <a:pt x="1" y="0"/>
                  </a:moveTo>
                  <a:lnTo>
                    <a:pt x="1" y="7593"/>
                  </a:lnTo>
                  <a:lnTo>
                    <a:pt x="7593" y="7593"/>
                  </a:lnTo>
                  <a:lnTo>
                    <a:pt x="7593" y="0"/>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25"/>
            <p:cNvSpPr/>
            <p:nvPr/>
          </p:nvSpPr>
          <p:spPr>
            <a:xfrm>
              <a:off x="4522600" y="4494201"/>
              <a:ext cx="104095" cy="115148"/>
            </a:xfrm>
            <a:custGeom>
              <a:avLst/>
              <a:gdLst/>
              <a:ahLst/>
              <a:cxnLst/>
              <a:rect l="l" t="t" r="r" b="b"/>
              <a:pathLst>
                <a:path w="7594" h="7593" extrusionOk="0">
                  <a:moveTo>
                    <a:pt x="1" y="0"/>
                  </a:moveTo>
                  <a:lnTo>
                    <a:pt x="1" y="7593"/>
                  </a:lnTo>
                  <a:lnTo>
                    <a:pt x="7593" y="7593"/>
                  </a:lnTo>
                  <a:lnTo>
                    <a:pt x="7593" y="0"/>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25"/>
            <p:cNvSpPr/>
            <p:nvPr/>
          </p:nvSpPr>
          <p:spPr>
            <a:xfrm>
              <a:off x="4534403" y="4830814"/>
              <a:ext cx="80477" cy="88990"/>
            </a:xfrm>
            <a:custGeom>
              <a:avLst/>
              <a:gdLst/>
              <a:ahLst/>
              <a:cxnLst/>
              <a:rect l="l" t="t" r="r" b="b"/>
              <a:pathLst>
                <a:path w="7594" h="7593" extrusionOk="0">
                  <a:moveTo>
                    <a:pt x="1" y="0"/>
                  </a:moveTo>
                  <a:lnTo>
                    <a:pt x="1" y="7593"/>
                  </a:lnTo>
                  <a:lnTo>
                    <a:pt x="7593" y="7593"/>
                  </a:lnTo>
                  <a:lnTo>
                    <a:pt x="7593" y="0"/>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 name="TextBox 30"/>
          <p:cNvSpPr txBox="1"/>
          <p:nvPr/>
        </p:nvSpPr>
        <p:spPr>
          <a:xfrm>
            <a:off x="2590800" y="438150"/>
            <a:ext cx="3312014" cy="707886"/>
          </a:xfrm>
          <a:prstGeom prst="rect">
            <a:avLst/>
          </a:prstGeom>
          <a:noFill/>
        </p:spPr>
        <p:txBody>
          <a:bodyPr wrap="square" rtlCol="0">
            <a:spAutoFit/>
          </a:bodyPr>
          <a:lstStyle/>
          <a:p>
            <a:pPr algn="ctr"/>
            <a:r>
              <a:rPr lang="en-US" sz="2000" dirty="0">
                <a:solidFill>
                  <a:schemeClr val="accent2">
                    <a:lumMod val="60000"/>
                    <a:lumOff val="40000"/>
                  </a:schemeClr>
                </a:solidFill>
              </a:rPr>
              <a:t>Data Analysis </a:t>
            </a:r>
          </a:p>
          <a:p>
            <a:pPr algn="ctr"/>
            <a:r>
              <a:rPr lang="en-US" sz="2000" dirty="0">
                <a:solidFill>
                  <a:schemeClr val="accent2">
                    <a:lumMod val="60000"/>
                    <a:lumOff val="40000"/>
                  </a:schemeClr>
                </a:solidFill>
              </a:rPr>
              <a:t>Project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32"/>
        <p:cNvGrpSpPr/>
        <p:nvPr/>
      </p:nvGrpSpPr>
      <p:grpSpPr>
        <a:xfrm>
          <a:off x="0" y="0"/>
          <a:ext cx="0" cy="0"/>
          <a:chOff x="0" y="0"/>
          <a:chExt cx="0" cy="0"/>
        </a:xfrm>
      </p:grpSpPr>
      <p:cxnSp>
        <p:nvCxnSpPr>
          <p:cNvPr id="1233" name="Google Shape;1233;p43"/>
          <p:cNvCxnSpPr>
            <a:endCxn id="1234" idx="1"/>
          </p:cNvCxnSpPr>
          <p:nvPr/>
        </p:nvCxnSpPr>
        <p:spPr>
          <a:xfrm rot="16200000" flipV="1">
            <a:off x="1028775" y="1238175"/>
            <a:ext cx="2674350" cy="1226700"/>
          </a:xfrm>
          <a:prstGeom prst="bentConnector4">
            <a:avLst>
              <a:gd name="adj1" fmla="val 42877"/>
              <a:gd name="adj2" fmla="val 118635"/>
            </a:avLst>
          </a:prstGeom>
          <a:noFill/>
          <a:ln w="9525" cap="flat" cmpd="sng">
            <a:solidFill>
              <a:schemeClr val="lt2"/>
            </a:solidFill>
            <a:prstDash val="solid"/>
            <a:round/>
            <a:headEnd type="none" w="med" len="med"/>
            <a:tailEnd type="none" w="med" len="med"/>
          </a:ln>
        </p:spPr>
      </p:cxnSp>
      <p:sp>
        <p:nvSpPr>
          <p:cNvPr id="1234" name="Google Shape;1234;p43"/>
          <p:cNvSpPr txBox="1">
            <a:spLocks noGrp="1"/>
          </p:cNvSpPr>
          <p:nvPr>
            <p:ph type="title"/>
          </p:nvPr>
        </p:nvSpPr>
        <p:spPr>
          <a:xfrm>
            <a:off x="1752600" y="133350"/>
            <a:ext cx="5676600" cy="762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000" dirty="0"/>
              <a:t>Problem Defination</a:t>
            </a:r>
            <a:endParaRPr sz="4000"/>
          </a:p>
        </p:txBody>
      </p:sp>
      <p:sp>
        <p:nvSpPr>
          <p:cNvPr id="1235" name="Google Shape;1235;p43"/>
          <p:cNvSpPr txBox="1">
            <a:spLocks noGrp="1"/>
          </p:cNvSpPr>
          <p:nvPr>
            <p:ph type="body" idx="1"/>
          </p:nvPr>
        </p:nvSpPr>
        <p:spPr>
          <a:xfrm>
            <a:off x="3124200" y="971550"/>
            <a:ext cx="5326326" cy="2743200"/>
          </a:xfrm>
          <a:prstGeom prst="rect">
            <a:avLst/>
          </a:prstGeom>
        </p:spPr>
        <p:txBody>
          <a:bodyPr spcFirstLastPara="1" wrap="square" lIns="91425" tIns="91425" rIns="91425" bIns="91425" anchor="t" anchorCtr="0">
            <a:noAutofit/>
          </a:bodyPr>
          <a:lstStyle/>
          <a:p>
            <a:pPr marL="0" lvl="0" indent="0">
              <a:spcAft>
                <a:spcPts val="1600"/>
              </a:spcAft>
              <a:buNone/>
            </a:pPr>
            <a:r>
              <a:rPr lang="en-US" dirty="0"/>
              <a:t>In order to provide good recommendation services to users, it is critical to understand how they describe their needs when looking for an anime. So we provide this program that recommends movies based on the type of </a:t>
            </a:r>
            <a:r>
              <a:rPr lang="en-US" dirty="0" err="1"/>
              <a:t>animes</a:t>
            </a:r>
            <a:r>
              <a:rPr lang="en-US" dirty="0"/>
              <a:t> that the user is watching, and it filters a movie that is similar or similar to the type of movies that they are watching.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7"/>
        <p:cNvGrpSpPr/>
        <p:nvPr/>
      </p:nvGrpSpPr>
      <p:grpSpPr>
        <a:xfrm>
          <a:off x="0" y="0"/>
          <a:ext cx="0" cy="0"/>
          <a:chOff x="0" y="0"/>
          <a:chExt cx="0" cy="0"/>
        </a:xfrm>
      </p:grpSpPr>
      <p:sp>
        <p:nvSpPr>
          <p:cNvPr id="658" name="Google Shape;658;p31"/>
          <p:cNvSpPr txBox="1">
            <a:spLocks noGrp="1"/>
          </p:cNvSpPr>
          <p:nvPr>
            <p:ph type="ctrTitle"/>
          </p:nvPr>
        </p:nvSpPr>
        <p:spPr>
          <a:xfrm>
            <a:off x="618825" y="411675"/>
            <a:ext cx="47277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solidFill>
                  <a:schemeClr val="accent5">
                    <a:lumMod val="60000"/>
                    <a:lumOff val="40000"/>
                  </a:schemeClr>
                </a:solidFill>
              </a:rPr>
              <a:t>Used Dataset</a:t>
            </a:r>
            <a:endParaRPr>
              <a:solidFill>
                <a:schemeClr val="accent5">
                  <a:lumMod val="60000"/>
                  <a:lumOff val="40000"/>
                </a:schemeClr>
              </a:solidFill>
            </a:endParaRPr>
          </a:p>
        </p:txBody>
      </p:sp>
      <p:sp>
        <p:nvSpPr>
          <p:cNvPr id="659" name="Google Shape;659;p31"/>
          <p:cNvSpPr/>
          <p:nvPr/>
        </p:nvSpPr>
        <p:spPr>
          <a:xfrm>
            <a:off x="3936789" y="1308651"/>
            <a:ext cx="72" cy="3058625"/>
          </a:xfrm>
          <a:custGeom>
            <a:avLst/>
            <a:gdLst/>
            <a:ahLst/>
            <a:cxnLst/>
            <a:rect l="l" t="t" r="r" b="b"/>
            <a:pathLst>
              <a:path w="1" h="42769" fill="none" extrusionOk="0">
                <a:moveTo>
                  <a:pt x="0" y="1"/>
                </a:moveTo>
                <a:lnTo>
                  <a:pt x="0" y="42768"/>
                </a:lnTo>
              </a:path>
            </a:pathLst>
          </a:custGeom>
          <a:noFill/>
          <a:ln w="3150" cap="flat" cmpd="sng">
            <a:solidFill>
              <a:srgbClr val="FFD6E1"/>
            </a:solidFill>
            <a:prstDash val="solid"/>
            <a:miter lim="126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1"/>
          <p:cNvSpPr/>
          <p:nvPr/>
        </p:nvSpPr>
        <p:spPr>
          <a:xfrm>
            <a:off x="4922624" y="1308651"/>
            <a:ext cx="72" cy="3058625"/>
          </a:xfrm>
          <a:custGeom>
            <a:avLst/>
            <a:gdLst/>
            <a:ahLst/>
            <a:cxnLst/>
            <a:rect l="l" t="t" r="r" b="b"/>
            <a:pathLst>
              <a:path w="1" h="42769" fill="none" extrusionOk="0">
                <a:moveTo>
                  <a:pt x="0" y="1"/>
                </a:moveTo>
                <a:lnTo>
                  <a:pt x="0" y="42768"/>
                </a:lnTo>
              </a:path>
            </a:pathLst>
          </a:custGeom>
          <a:noFill/>
          <a:ln w="3150" cap="flat" cmpd="sng">
            <a:solidFill>
              <a:srgbClr val="FFD6E1"/>
            </a:solidFill>
            <a:prstDash val="solid"/>
            <a:miter lim="126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1"/>
          <p:cNvSpPr/>
          <p:nvPr/>
        </p:nvSpPr>
        <p:spPr>
          <a:xfrm>
            <a:off x="5908459" y="1308651"/>
            <a:ext cx="72" cy="3058625"/>
          </a:xfrm>
          <a:custGeom>
            <a:avLst/>
            <a:gdLst/>
            <a:ahLst/>
            <a:cxnLst/>
            <a:rect l="l" t="t" r="r" b="b"/>
            <a:pathLst>
              <a:path w="1" h="42769" fill="none" extrusionOk="0">
                <a:moveTo>
                  <a:pt x="1" y="1"/>
                </a:moveTo>
                <a:lnTo>
                  <a:pt x="1" y="42768"/>
                </a:lnTo>
              </a:path>
            </a:pathLst>
          </a:custGeom>
          <a:noFill/>
          <a:ln w="3150" cap="flat" cmpd="sng">
            <a:solidFill>
              <a:srgbClr val="FFD6E1"/>
            </a:solidFill>
            <a:prstDash val="solid"/>
            <a:miter lim="126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1"/>
          <p:cNvSpPr/>
          <p:nvPr/>
        </p:nvSpPr>
        <p:spPr>
          <a:xfrm>
            <a:off x="6894365" y="1308651"/>
            <a:ext cx="72" cy="3058625"/>
          </a:xfrm>
          <a:custGeom>
            <a:avLst/>
            <a:gdLst/>
            <a:ahLst/>
            <a:cxnLst/>
            <a:rect l="l" t="t" r="r" b="b"/>
            <a:pathLst>
              <a:path w="1" h="42769" fill="none" extrusionOk="0">
                <a:moveTo>
                  <a:pt x="0" y="1"/>
                </a:moveTo>
                <a:lnTo>
                  <a:pt x="0" y="42768"/>
                </a:lnTo>
              </a:path>
            </a:pathLst>
          </a:custGeom>
          <a:noFill/>
          <a:ln w="3150" cap="flat" cmpd="sng">
            <a:solidFill>
              <a:srgbClr val="FFD6E1"/>
            </a:solidFill>
            <a:prstDash val="solid"/>
            <a:miter lim="126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63" name="Google Shape;663;p31"/>
          <p:cNvGrpSpPr/>
          <p:nvPr/>
        </p:nvGrpSpPr>
        <p:grpSpPr>
          <a:xfrm>
            <a:off x="3828658" y="3854100"/>
            <a:ext cx="3601799" cy="274905"/>
            <a:chOff x="3828658" y="3897730"/>
            <a:chExt cx="3601799" cy="274905"/>
          </a:xfrm>
        </p:grpSpPr>
        <p:sp>
          <p:nvSpPr>
            <p:cNvPr id="664" name="Google Shape;664;p31"/>
            <p:cNvSpPr/>
            <p:nvPr/>
          </p:nvSpPr>
          <p:spPr>
            <a:xfrm>
              <a:off x="3829516" y="3897730"/>
              <a:ext cx="2234837" cy="106414"/>
            </a:xfrm>
            <a:custGeom>
              <a:avLst/>
              <a:gdLst/>
              <a:ahLst/>
              <a:cxnLst/>
              <a:rect l="l" t="t" r="r" b="b"/>
              <a:pathLst>
                <a:path w="31251" h="1488" extrusionOk="0">
                  <a:moveTo>
                    <a:pt x="744" y="0"/>
                  </a:moveTo>
                  <a:cubicBezTo>
                    <a:pt x="328" y="0"/>
                    <a:pt x="1" y="340"/>
                    <a:pt x="1" y="744"/>
                  </a:cubicBezTo>
                  <a:cubicBezTo>
                    <a:pt x="1" y="1159"/>
                    <a:pt x="328" y="1487"/>
                    <a:pt x="744" y="1487"/>
                  </a:cubicBezTo>
                  <a:lnTo>
                    <a:pt x="30507" y="1487"/>
                  </a:lnTo>
                  <a:cubicBezTo>
                    <a:pt x="30911" y="1487"/>
                    <a:pt x="31251" y="1159"/>
                    <a:pt x="31251" y="744"/>
                  </a:cubicBezTo>
                  <a:cubicBezTo>
                    <a:pt x="31251" y="340"/>
                    <a:pt x="30911" y="0"/>
                    <a:pt x="3050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31"/>
            <p:cNvSpPr/>
            <p:nvPr/>
          </p:nvSpPr>
          <p:spPr>
            <a:xfrm>
              <a:off x="3828658" y="4067150"/>
              <a:ext cx="3601799" cy="105485"/>
            </a:xfrm>
            <a:custGeom>
              <a:avLst/>
              <a:gdLst/>
              <a:ahLst/>
              <a:cxnLst/>
              <a:rect l="l" t="t" r="r" b="b"/>
              <a:pathLst>
                <a:path w="50366" h="1475" extrusionOk="0">
                  <a:moveTo>
                    <a:pt x="743" y="0"/>
                  </a:moveTo>
                  <a:cubicBezTo>
                    <a:pt x="340" y="0"/>
                    <a:pt x="0" y="328"/>
                    <a:pt x="0" y="731"/>
                  </a:cubicBezTo>
                  <a:cubicBezTo>
                    <a:pt x="13" y="1147"/>
                    <a:pt x="340" y="1474"/>
                    <a:pt x="743" y="1474"/>
                  </a:cubicBezTo>
                  <a:lnTo>
                    <a:pt x="49635" y="1474"/>
                  </a:lnTo>
                  <a:cubicBezTo>
                    <a:pt x="50038" y="1474"/>
                    <a:pt x="50366" y="1147"/>
                    <a:pt x="50366" y="731"/>
                  </a:cubicBezTo>
                  <a:cubicBezTo>
                    <a:pt x="50366" y="328"/>
                    <a:pt x="50038" y="0"/>
                    <a:pt x="496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6" name="Google Shape;666;p31"/>
          <p:cNvGrpSpPr/>
          <p:nvPr/>
        </p:nvGrpSpPr>
        <p:grpSpPr>
          <a:xfrm>
            <a:off x="3811494" y="2983302"/>
            <a:ext cx="4240571" cy="274977"/>
            <a:chOff x="3811494" y="3103763"/>
            <a:chExt cx="4240571" cy="274977"/>
          </a:xfrm>
        </p:grpSpPr>
        <p:sp>
          <p:nvSpPr>
            <p:cNvPr id="667" name="Google Shape;667;p31"/>
            <p:cNvSpPr/>
            <p:nvPr/>
          </p:nvSpPr>
          <p:spPr>
            <a:xfrm>
              <a:off x="3811498" y="3103763"/>
              <a:ext cx="4240568" cy="106403"/>
            </a:xfrm>
            <a:custGeom>
              <a:avLst/>
              <a:gdLst/>
              <a:ahLst/>
              <a:cxnLst/>
              <a:rect l="l" t="t" r="r" b="b"/>
              <a:pathLst>
                <a:path w="69772" h="1488" extrusionOk="0">
                  <a:moveTo>
                    <a:pt x="744" y="1"/>
                  </a:moveTo>
                  <a:cubicBezTo>
                    <a:pt x="328" y="1"/>
                    <a:pt x="1" y="341"/>
                    <a:pt x="1" y="744"/>
                  </a:cubicBezTo>
                  <a:cubicBezTo>
                    <a:pt x="1" y="1147"/>
                    <a:pt x="328" y="1488"/>
                    <a:pt x="744" y="1488"/>
                  </a:cubicBezTo>
                  <a:lnTo>
                    <a:pt x="69028" y="1488"/>
                  </a:lnTo>
                  <a:cubicBezTo>
                    <a:pt x="69431" y="1488"/>
                    <a:pt x="69772" y="1147"/>
                    <a:pt x="69772" y="744"/>
                  </a:cubicBezTo>
                  <a:cubicBezTo>
                    <a:pt x="69772" y="341"/>
                    <a:pt x="69431" y="1"/>
                    <a:pt x="6902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31"/>
            <p:cNvSpPr/>
            <p:nvPr/>
          </p:nvSpPr>
          <p:spPr>
            <a:xfrm>
              <a:off x="3811494" y="3272326"/>
              <a:ext cx="1369750" cy="106414"/>
            </a:xfrm>
            <a:custGeom>
              <a:avLst/>
              <a:gdLst/>
              <a:ahLst/>
              <a:cxnLst/>
              <a:rect l="l" t="t" r="r" b="b"/>
              <a:pathLst>
                <a:path w="19154" h="1488" extrusionOk="0">
                  <a:moveTo>
                    <a:pt x="744" y="0"/>
                  </a:moveTo>
                  <a:cubicBezTo>
                    <a:pt x="328" y="0"/>
                    <a:pt x="1" y="340"/>
                    <a:pt x="1" y="744"/>
                  </a:cubicBezTo>
                  <a:cubicBezTo>
                    <a:pt x="1" y="1159"/>
                    <a:pt x="328" y="1487"/>
                    <a:pt x="744" y="1487"/>
                  </a:cubicBezTo>
                  <a:lnTo>
                    <a:pt x="18410" y="1487"/>
                  </a:lnTo>
                  <a:cubicBezTo>
                    <a:pt x="18826" y="1487"/>
                    <a:pt x="19154" y="1147"/>
                    <a:pt x="19154" y="744"/>
                  </a:cubicBezTo>
                  <a:cubicBezTo>
                    <a:pt x="19154" y="340"/>
                    <a:pt x="18826" y="0"/>
                    <a:pt x="184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9" name="Google Shape;669;p31"/>
          <p:cNvGrpSpPr/>
          <p:nvPr/>
        </p:nvGrpSpPr>
        <p:grpSpPr>
          <a:xfrm>
            <a:off x="3793472" y="2169574"/>
            <a:ext cx="2235767" cy="274905"/>
            <a:chOff x="3793472" y="2309869"/>
            <a:chExt cx="2235767" cy="274905"/>
          </a:xfrm>
        </p:grpSpPr>
        <p:sp>
          <p:nvSpPr>
            <p:cNvPr id="670" name="Google Shape;670;p31"/>
            <p:cNvSpPr/>
            <p:nvPr/>
          </p:nvSpPr>
          <p:spPr>
            <a:xfrm>
              <a:off x="3793472" y="2309869"/>
              <a:ext cx="2235767" cy="106414"/>
            </a:xfrm>
            <a:custGeom>
              <a:avLst/>
              <a:gdLst/>
              <a:ahLst/>
              <a:cxnLst/>
              <a:rect l="l" t="t" r="r" b="b"/>
              <a:pathLst>
                <a:path w="31264" h="1488" extrusionOk="0">
                  <a:moveTo>
                    <a:pt x="744" y="0"/>
                  </a:moveTo>
                  <a:cubicBezTo>
                    <a:pt x="341" y="0"/>
                    <a:pt x="1" y="328"/>
                    <a:pt x="1" y="744"/>
                  </a:cubicBezTo>
                  <a:cubicBezTo>
                    <a:pt x="1" y="1147"/>
                    <a:pt x="341" y="1487"/>
                    <a:pt x="744" y="1487"/>
                  </a:cubicBezTo>
                  <a:lnTo>
                    <a:pt x="30520" y="1487"/>
                  </a:lnTo>
                  <a:cubicBezTo>
                    <a:pt x="30923" y="1487"/>
                    <a:pt x="31263" y="1147"/>
                    <a:pt x="31251" y="744"/>
                  </a:cubicBezTo>
                  <a:cubicBezTo>
                    <a:pt x="31251" y="328"/>
                    <a:pt x="30923" y="0"/>
                    <a:pt x="30520" y="0"/>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31"/>
            <p:cNvSpPr/>
            <p:nvPr/>
          </p:nvSpPr>
          <p:spPr>
            <a:xfrm>
              <a:off x="3793472" y="2478360"/>
              <a:ext cx="1508556" cy="106414"/>
            </a:xfrm>
            <a:custGeom>
              <a:avLst/>
              <a:gdLst/>
              <a:ahLst/>
              <a:cxnLst/>
              <a:rect l="l" t="t" r="r" b="b"/>
              <a:pathLst>
                <a:path w="21095" h="1488" extrusionOk="0">
                  <a:moveTo>
                    <a:pt x="744" y="1"/>
                  </a:moveTo>
                  <a:cubicBezTo>
                    <a:pt x="341" y="1"/>
                    <a:pt x="1" y="341"/>
                    <a:pt x="1" y="744"/>
                  </a:cubicBezTo>
                  <a:cubicBezTo>
                    <a:pt x="1" y="1147"/>
                    <a:pt x="341" y="1488"/>
                    <a:pt x="744" y="1488"/>
                  </a:cubicBezTo>
                  <a:lnTo>
                    <a:pt x="20351" y="1488"/>
                  </a:lnTo>
                  <a:cubicBezTo>
                    <a:pt x="20754" y="1488"/>
                    <a:pt x="21094" y="1147"/>
                    <a:pt x="21094" y="744"/>
                  </a:cubicBezTo>
                  <a:cubicBezTo>
                    <a:pt x="21094" y="341"/>
                    <a:pt x="20754" y="1"/>
                    <a:pt x="203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2" name="Google Shape;672;p31"/>
          <p:cNvGrpSpPr/>
          <p:nvPr/>
        </p:nvGrpSpPr>
        <p:grpSpPr>
          <a:xfrm>
            <a:off x="3771875" y="1384049"/>
            <a:ext cx="2876447" cy="274047"/>
            <a:chOff x="3771875" y="1457332"/>
            <a:chExt cx="2876447" cy="274047"/>
          </a:xfrm>
        </p:grpSpPr>
        <p:sp>
          <p:nvSpPr>
            <p:cNvPr id="673" name="Google Shape;673;p31"/>
            <p:cNvSpPr/>
            <p:nvPr/>
          </p:nvSpPr>
          <p:spPr>
            <a:xfrm>
              <a:off x="3771875" y="1457332"/>
              <a:ext cx="962415" cy="105556"/>
            </a:xfrm>
            <a:custGeom>
              <a:avLst/>
              <a:gdLst/>
              <a:ahLst/>
              <a:cxnLst/>
              <a:rect l="l" t="t" r="r" b="b"/>
              <a:pathLst>
                <a:path w="13458" h="1476" extrusionOk="0">
                  <a:moveTo>
                    <a:pt x="744" y="1"/>
                  </a:moveTo>
                  <a:cubicBezTo>
                    <a:pt x="328" y="1"/>
                    <a:pt x="0" y="329"/>
                    <a:pt x="0" y="744"/>
                  </a:cubicBezTo>
                  <a:cubicBezTo>
                    <a:pt x="0" y="1148"/>
                    <a:pt x="328" y="1475"/>
                    <a:pt x="744" y="1475"/>
                  </a:cubicBezTo>
                  <a:lnTo>
                    <a:pt x="12714" y="1475"/>
                  </a:lnTo>
                  <a:cubicBezTo>
                    <a:pt x="13118" y="1475"/>
                    <a:pt x="13458" y="1148"/>
                    <a:pt x="13458" y="744"/>
                  </a:cubicBezTo>
                  <a:cubicBezTo>
                    <a:pt x="13458" y="329"/>
                    <a:pt x="13118" y="1"/>
                    <a:pt x="127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31"/>
            <p:cNvSpPr/>
            <p:nvPr/>
          </p:nvSpPr>
          <p:spPr>
            <a:xfrm>
              <a:off x="3771875" y="1625894"/>
              <a:ext cx="2876447" cy="105485"/>
            </a:xfrm>
            <a:custGeom>
              <a:avLst/>
              <a:gdLst/>
              <a:ahLst/>
              <a:cxnLst/>
              <a:rect l="l" t="t" r="r" b="b"/>
              <a:pathLst>
                <a:path w="40223" h="1475" extrusionOk="0">
                  <a:moveTo>
                    <a:pt x="744" y="0"/>
                  </a:moveTo>
                  <a:cubicBezTo>
                    <a:pt x="340" y="0"/>
                    <a:pt x="13" y="328"/>
                    <a:pt x="0" y="744"/>
                  </a:cubicBezTo>
                  <a:cubicBezTo>
                    <a:pt x="0" y="1147"/>
                    <a:pt x="340" y="1475"/>
                    <a:pt x="744" y="1475"/>
                  </a:cubicBezTo>
                  <a:lnTo>
                    <a:pt x="39479" y="1475"/>
                  </a:lnTo>
                  <a:cubicBezTo>
                    <a:pt x="39895" y="1475"/>
                    <a:pt x="40222" y="1147"/>
                    <a:pt x="40222" y="744"/>
                  </a:cubicBezTo>
                  <a:cubicBezTo>
                    <a:pt x="40222" y="328"/>
                    <a:pt x="39895" y="0"/>
                    <a:pt x="394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75" name="Google Shape;675;p31"/>
          <p:cNvSpPr txBox="1">
            <a:spLocks noGrp="1"/>
          </p:cNvSpPr>
          <p:nvPr>
            <p:ph type="ctrTitle" idx="4294967295"/>
          </p:nvPr>
        </p:nvSpPr>
        <p:spPr>
          <a:xfrm>
            <a:off x="381000" y="1276350"/>
            <a:ext cx="2971800" cy="2057400"/>
          </a:xfrm>
          <a:prstGeom prst="rect">
            <a:avLst/>
          </a:prstGeom>
        </p:spPr>
        <p:txBody>
          <a:bodyPr spcFirstLastPara="1" wrap="square" lIns="91425" tIns="91425" rIns="91425" bIns="91425" anchor="b" anchorCtr="0">
            <a:noAutofit/>
          </a:bodyPr>
          <a:lstStyle/>
          <a:p>
            <a:pPr lvl="0"/>
            <a:r>
              <a:rPr lang="en-US" sz="2400" dirty="0" err="1">
                <a:solidFill>
                  <a:schemeClr val="bg1"/>
                </a:solidFill>
              </a:rPr>
              <a:t>kaggal</a:t>
            </a:r>
            <a:r>
              <a:rPr lang="en-US" sz="2400" dirty="0">
                <a:solidFill>
                  <a:schemeClr val="bg1"/>
                </a:solidFill>
              </a:rPr>
              <a:t> is the source of our dataset. </a:t>
            </a:r>
            <a:br>
              <a:rPr lang="en-US" sz="2400" dirty="0">
                <a:solidFill>
                  <a:schemeClr val="bg1"/>
                </a:solidFill>
              </a:rPr>
            </a:br>
            <a:r>
              <a:rPr lang="en-US" sz="1100" dirty="0">
                <a:solidFill>
                  <a:schemeClr val="bg1"/>
                </a:solidFill>
              </a:rPr>
              <a:t>https://www.kaggle.com/datasets/snehaanbhawal/anime-list-for-recommendation-system-june-2021</a:t>
            </a:r>
            <a:endParaRPr sz="110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86"/>
        <p:cNvGrpSpPr/>
        <p:nvPr/>
      </p:nvGrpSpPr>
      <p:grpSpPr>
        <a:xfrm>
          <a:off x="0" y="0"/>
          <a:ext cx="0" cy="0"/>
          <a:chOff x="0" y="0"/>
          <a:chExt cx="0" cy="0"/>
        </a:xfrm>
      </p:grpSpPr>
      <p:sp>
        <p:nvSpPr>
          <p:cNvPr id="687" name="Google Shape;687;p32"/>
          <p:cNvSpPr txBox="1">
            <a:spLocks noGrp="1"/>
          </p:cNvSpPr>
          <p:nvPr>
            <p:ph type="ctrTitle"/>
          </p:nvPr>
        </p:nvSpPr>
        <p:spPr>
          <a:xfrm>
            <a:off x="152400" y="1"/>
            <a:ext cx="3962400" cy="1504950"/>
          </a:xfrm>
          <a:prstGeom prst="rect">
            <a:avLst/>
          </a:prstGeom>
        </p:spPr>
        <p:txBody>
          <a:bodyPr spcFirstLastPara="1" wrap="square" lIns="91425" tIns="91425" rIns="91425" bIns="91425" anchor="b" anchorCtr="0">
            <a:noAutofit/>
          </a:bodyPr>
          <a:lstStyle/>
          <a:p>
            <a:pPr lvl="0"/>
            <a:r>
              <a:rPr lang="en-US" sz="3200" dirty="0">
                <a:solidFill>
                  <a:schemeClr val="accent6">
                    <a:lumMod val="40000"/>
                    <a:lumOff val="60000"/>
                  </a:schemeClr>
                </a:solidFill>
              </a:rPr>
              <a:t>preparation and preprocessing</a:t>
            </a:r>
            <a:r>
              <a:rPr lang="en" sz="3200" dirty="0">
                <a:solidFill>
                  <a:schemeClr val="accent6">
                    <a:lumMod val="40000"/>
                    <a:lumOff val="60000"/>
                  </a:schemeClr>
                </a:solidFill>
              </a:rPr>
              <a:t> </a:t>
            </a:r>
            <a:endParaRPr sz="3200">
              <a:solidFill>
                <a:schemeClr val="accent6">
                  <a:lumMod val="40000"/>
                  <a:lumOff val="60000"/>
                </a:schemeClr>
              </a:solidFill>
            </a:endParaRPr>
          </a:p>
        </p:txBody>
      </p:sp>
      <p:sp>
        <p:nvSpPr>
          <p:cNvPr id="688" name="Google Shape;688;p32"/>
          <p:cNvSpPr txBox="1">
            <a:spLocks noGrp="1"/>
          </p:cNvSpPr>
          <p:nvPr>
            <p:ph type="subTitle" idx="1"/>
          </p:nvPr>
        </p:nvSpPr>
        <p:spPr>
          <a:xfrm>
            <a:off x="1295401" y="1581150"/>
            <a:ext cx="3505200" cy="2209800"/>
          </a:xfrm>
          <a:prstGeom prst="rect">
            <a:avLst/>
          </a:prstGeom>
        </p:spPr>
        <p:txBody>
          <a:bodyPr spcFirstLastPara="1" wrap="square" lIns="91425" tIns="91425" rIns="91425" bIns="91425" anchor="t" anchorCtr="0">
            <a:noAutofit/>
          </a:bodyPr>
          <a:lstStyle/>
          <a:p>
            <a:pPr marL="0" lvl="0" indent="0">
              <a:buFont typeface="Arial" pitchFamily="34" charset="0"/>
              <a:buChar char="•"/>
            </a:pPr>
            <a:r>
              <a:rPr lang="en-US" dirty="0"/>
              <a:t>+First we get the data from </a:t>
            </a:r>
            <a:r>
              <a:rPr lang="en-US" dirty="0" err="1"/>
              <a:t>kaggle</a:t>
            </a:r>
            <a:r>
              <a:rPr lang="en-US" dirty="0"/>
              <a:t> </a:t>
            </a:r>
            <a:br>
              <a:rPr lang="en-US" dirty="0"/>
            </a:br>
            <a:r>
              <a:rPr lang="en-US" dirty="0"/>
              <a:t>+Second we start to understand and visualize our data  </a:t>
            </a:r>
          </a:p>
          <a:p>
            <a:pPr marL="0" lvl="0" indent="0"/>
            <a:r>
              <a:rPr lang="en-US" dirty="0"/>
              <a:t>+Third we cleaned the data as we remove null values and outliers</a:t>
            </a:r>
            <a:endParaRPr/>
          </a:p>
        </p:txBody>
      </p:sp>
      <p:sp>
        <p:nvSpPr>
          <p:cNvPr id="689" name="Google Shape;689;p32"/>
          <p:cNvSpPr/>
          <p:nvPr/>
        </p:nvSpPr>
        <p:spPr>
          <a:xfrm>
            <a:off x="5782875" y="1868575"/>
            <a:ext cx="1085100" cy="1085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32"/>
          <p:cNvSpPr txBox="1">
            <a:spLocks noGrp="1"/>
          </p:cNvSpPr>
          <p:nvPr>
            <p:ph type="title" idx="2"/>
          </p:nvPr>
        </p:nvSpPr>
        <p:spPr>
          <a:xfrm>
            <a:off x="5834900" y="2122225"/>
            <a:ext cx="981000" cy="57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2"/>
                </a:solidFill>
              </a:rPr>
              <a:t>01</a:t>
            </a:r>
            <a:endParaRPr>
              <a:solidFill>
                <a:schemeClr val="dk2"/>
              </a:solidFill>
            </a:endParaRPr>
          </a:p>
        </p:txBody>
      </p:sp>
      <p:sp>
        <p:nvSpPr>
          <p:cNvPr id="691" name="Google Shape;691;p32"/>
          <p:cNvSpPr/>
          <p:nvPr/>
        </p:nvSpPr>
        <p:spPr>
          <a:xfrm>
            <a:off x="1370476" y="3869000"/>
            <a:ext cx="6279992" cy="104326"/>
          </a:xfrm>
          <a:custGeom>
            <a:avLst/>
            <a:gdLst/>
            <a:ahLst/>
            <a:cxnLst/>
            <a:rect l="l" t="t" r="r" b="b"/>
            <a:pathLst>
              <a:path w="143387" h="2382" extrusionOk="0">
                <a:moveTo>
                  <a:pt x="1185" y="0"/>
                </a:moveTo>
                <a:cubicBezTo>
                  <a:pt x="530" y="0"/>
                  <a:pt x="1" y="529"/>
                  <a:pt x="1" y="1184"/>
                </a:cubicBezTo>
                <a:cubicBezTo>
                  <a:pt x="1" y="1840"/>
                  <a:pt x="530" y="2382"/>
                  <a:pt x="1185" y="2382"/>
                </a:cubicBezTo>
                <a:lnTo>
                  <a:pt x="142189" y="2382"/>
                </a:lnTo>
                <a:cubicBezTo>
                  <a:pt x="142844" y="2382"/>
                  <a:pt x="143386" y="1840"/>
                  <a:pt x="143386" y="1184"/>
                </a:cubicBezTo>
                <a:cubicBezTo>
                  <a:pt x="143386" y="529"/>
                  <a:pt x="142844" y="0"/>
                  <a:pt x="142189" y="0"/>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32"/>
          <p:cNvSpPr/>
          <p:nvPr/>
        </p:nvSpPr>
        <p:spPr>
          <a:xfrm>
            <a:off x="1369950" y="3869000"/>
            <a:ext cx="5074478" cy="104326"/>
          </a:xfrm>
          <a:custGeom>
            <a:avLst/>
            <a:gdLst/>
            <a:ahLst/>
            <a:cxnLst/>
            <a:rect l="l" t="t" r="r" b="b"/>
            <a:pathLst>
              <a:path w="87904" h="2382" extrusionOk="0">
                <a:moveTo>
                  <a:pt x="1197" y="0"/>
                </a:moveTo>
                <a:cubicBezTo>
                  <a:pt x="529" y="0"/>
                  <a:pt x="0" y="529"/>
                  <a:pt x="0" y="1184"/>
                </a:cubicBezTo>
                <a:cubicBezTo>
                  <a:pt x="0" y="1840"/>
                  <a:pt x="529" y="2382"/>
                  <a:pt x="1197" y="2382"/>
                </a:cubicBezTo>
                <a:lnTo>
                  <a:pt x="86719" y="2382"/>
                </a:lnTo>
                <a:cubicBezTo>
                  <a:pt x="87375" y="2382"/>
                  <a:pt x="87904" y="1840"/>
                  <a:pt x="87904" y="1184"/>
                </a:cubicBezTo>
                <a:cubicBezTo>
                  <a:pt x="87904" y="529"/>
                  <a:pt x="87375" y="0"/>
                  <a:pt x="86719" y="0"/>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93" name="Google Shape;693;p32"/>
          <p:cNvCxnSpPr>
            <a:stCxn id="689" idx="2"/>
          </p:cNvCxnSpPr>
          <p:nvPr/>
        </p:nvCxnSpPr>
        <p:spPr>
          <a:xfrm>
            <a:off x="6325425" y="2953675"/>
            <a:ext cx="0" cy="978000"/>
          </a:xfrm>
          <a:prstGeom prst="straightConnector1">
            <a:avLst/>
          </a:prstGeom>
          <a:noFill/>
          <a:ln w="19050" cap="flat" cmpd="sng">
            <a:solidFill>
              <a:schemeClr val="accent2"/>
            </a:solidFill>
            <a:prstDash val="solid"/>
            <a:round/>
            <a:headEnd type="none" w="med" len="med"/>
            <a:tailEnd type="none" w="med" len="me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28"/>
          <p:cNvSpPr txBox="1">
            <a:spLocks noGrp="1"/>
          </p:cNvSpPr>
          <p:nvPr>
            <p:ph type="body" idx="1"/>
          </p:nvPr>
        </p:nvSpPr>
        <p:spPr>
          <a:xfrm>
            <a:off x="304800" y="1047750"/>
            <a:ext cx="3534300" cy="2090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We used </a:t>
            </a:r>
            <a:r>
              <a:rPr lang="en-US" dirty="0" err="1"/>
              <a:t>bulid</a:t>
            </a:r>
            <a:r>
              <a:rPr lang="en-US" dirty="0"/>
              <a:t>-in libraries:</a:t>
            </a:r>
          </a:p>
          <a:p>
            <a:r>
              <a:rPr lang="en-US" sz="1200" dirty="0"/>
              <a:t>import pandas as pd</a:t>
            </a:r>
          </a:p>
          <a:p>
            <a:r>
              <a:rPr lang="en-US" sz="1200" dirty="0"/>
              <a:t>import </a:t>
            </a:r>
            <a:r>
              <a:rPr lang="en-US" sz="1200" dirty="0" err="1"/>
              <a:t>numpy</a:t>
            </a:r>
            <a:r>
              <a:rPr lang="en-US" sz="1200" dirty="0"/>
              <a:t> as </a:t>
            </a:r>
            <a:r>
              <a:rPr lang="en-US" sz="1200" dirty="0" err="1"/>
              <a:t>np</a:t>
            </a:r>
            <a:endParaRPr lang="en-US" sz="1200" dirty="0"/>
          </a:p>
          <a:p>
            <a:r>
              <a:rPr lang="en-US" sz="1200" dirty="0"/>
              <a:t>import </a:t>
            </a:r>
            <a:r>
              <a:rPr lang="en-US" sz="1200" dirty="0" err="1"/>
              <a:t>matplotlib.pyplot</a:t>
            </a:r>
            <a:r>
              <a:rPr lang="en-US" sz="1200" dirty="0"/>
              <a:t> as </a:t>
            </a:r>
            <a:r>
              <a:rPr lang="en-US" sz="1200" dirty="0" err="1"/>
              <a:t>plt</a:t>
            </a:r>
            <a:endParaRPr lang="en-US" sz="1200" dirty="0"/>
          </a:p>
          <a:p>
            <a:r>
              <a:rPr lang="en-US" sz="1200" dirty="0"/>
              <a:t>import </a:t>
            </a:r>
            <a:r>
              <a:rPr lang="en-US" sz="1200" dirty="0" err="1"/>
              <a:t>seaborn</a:t>
            </a:r>
            <a:r>
              <a:rPr lang="en-US" sz="1200" dirty="0"/>
              <a:t> as </a:t>
            </a:r>
            <a:r>
              <a:rPr lang="en-US" sz="1200" dirty="0" err="1"/>
              <a:t>sns</a:t>
            </a:r>
            <a:endParaRPr lang="en-US" sz="1200" dirty="0"/>
          </a:p>
          <a:p>
            <a:pPr marL="0" lvl="0" indent="0" algn="l" rtl="0">
              <a:spcBef>
                <a:spcPts val="0"/>
              </a:spcBef>
              <a:spcAft>
                <a:spcPts val="0"/>
              </a:spcAft>
              <a:buNone/>
            </a:pPr>
            <a:r>
              <a:rPr lang="en-US" dirty="0"/>
              <a:t>  </a:t>
            </a:r>
            <a:endParaRPr/>
          </a:p>
        </p:txBody>
      </p:sp>
      <p:sp>
        <p:nvSpPr>
          <p:cNvPr id="507" name="Google Shape;507;p28"/>
          <p:cNvSpPr txBox="1">
            <a:spLocks noGrp="1"/>
          </p:cNvSpPr>
          <p:nvPr>
            <p:ph type="ctrTitle"/>
          </p:nvPr>
        </p:nvSpPr>
        <p:spPr>
          <a:xfrm>
            <a:off x="618825" y="411675"/>
            <a:ext cx="26865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Methods</a:t>
            </a:r>
            <a:endParaRPr/>
          </a:p>
        </p:txBody>
      </p:sp>
      <p:grpSp>
        <p:nvGrpSpPr>
          <p:cNvPr id="508" name="Google Shape;508;p28"/>
          <p:cNvGrpSpPr/>
          <p:nvPr/>
        </p:nvGrpSpPr>
        <p:grpSpPr>
          <a:xfrm>
            <a:off x="4834661" y="989482"/>
            <a:ext cx="2851442" cy="3213988"/>
            <a:chOff x="2501950" y="1507050"/>
            <a:chExt cx="2392350" cy="2696525"/>
          </a:xfrm>
        </p:grpSpPr>
        <p:sp>
          <p:nvSpPr>
            <p:cNvPr id="509" name="Google Shape;509;p28"/>
            <p:cNvSpPr/>
            <p:nvPr/>
          </p:nvSpPr>
          <p:spPr>
            <a:xfrm>
              <a:off x="4032450" y="3778325"/>
              <a:ext cx="0" cy="25"/>
            </a:xfrm>
            <a:custGeom>
              <a:avLst/>
              <a:gdLst/>
              <a:ahLst/>
              <a:cxnLst/>
              <a:rect l="l" t="t" r="r" b="b"/>
              <a:pathLst>
                <a:path h="1" extrusionOk="0">
                  <a:moveTo>
                    <a:pt x="0" y="0"/>
                  </a:move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28"/>
            <p:cNvSpPr/>
            <p:nvPr/>
          </p:nvSpPr>
          <p:spPr>
            <a:xfrm>
              <a:off x="2720475" y="1507050"/>
              <a:ext cx="2173825" cy="2696525"/>
            </a:xfrm>
            <a:custGeom>
              <a:avLst/>
              <a:gdLst/>
              <a:ahLst/>
              <a:cxnLst/>
              <a:rect l="l" t="t" r="r" b="b"/>
              <a:pathLst>
                <a:path w="86953" h="107861" extrusionOk="0">
                  <a:moveTo>
                    <a:pt x="81393" y="927"/>
                  </a:moveTo>
                  <a:cubicBezTo>
                    <a:pt x="83963" y="927"/>
                    <a:pt x="86043" y="3008"/>
                    <a:pt x="86043" y="5577"/>
                  </a:cubicBezTo>
                  <a:lnTo>
                    <a:pt x="86043" y="102284"/>
                  </a:lnTo>
                  <a:cubicBezTo>
                    <a:pt x="86043" y="104854"/>
                    <a:pt x="83963" y="106934"/>
                    <a:pt x="81393" y="106934"/>
                  </a:cubicBezTo>
                  <a:lnTo>
                    <a:pt x="5559" y="106934"/>
                  </a:lnTo>
                  <a:cubicBezTo>
                    <a:pt x="2989" y="106934"/>
                    <a:pt x="909" y="104854"/>
                    <a:pt x="909" y="102284"/>
                  </a:cubicBezTo>
                  <a:lnTo>
                    <a:pt x="909" y="5577"/>
                  </a:lnTo>
                  <a:cubicBezTo>
                    <a:pt x="909" y="3008"/>
                    <a:pt x="2989" y="927"/>
                    <a:pt x="5559" y="927"/>
                  </a:cubicBezTo>
                  <a:close/>
                  <a:moveTo>
                    <a:pt x="5559" y="1"/>
                  </a:moveTo>
                  <a:cubicBezTo>
                    <a:pt x="2482" y="18"/>
                    <a:pt x="0" y="2501"/>
                    <a:pt x="0" y="5577"/>
                  </a:cubicBezTo>
                  <a:lnTo>
                    <a:pt x="0" y="102284"/>
                  </a:lnTo>
                  <a:cubicBezTo>
                    <a:pt x="0" y="105361"/>
                    <a:pt x="2482" y="107843"/>
                    <a:pt x="5559" y="107860"/>
                  </a:cubicBezTo>
                  <a:lnTo>
                    <a:pt x="81393" y="107860"/>
                  </a:lnTo>
                  <a:cubicBezTo>
                    <a:pt x="84470" y="107843"/>
                    <a:pt x="86952" y="105361"/>
                    <a:pt x="86952" y="102284"/>
                  </a:cubicBezTo>
                  <a:lnTo>
                    <a:pt x="86952" y="5577"/>
                  </a:lnTo>
                  <a:cubicBezTo>
                    <a:pt x="86952" y="2501"/>
                    <a:pt x="84470" y="18"/>
                    <a:pt x="81393" y="1"/>
                  </a:cubicBez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28"/>
            <p:cNvSpPr/>
            <p:nvPr/>
          </p:nvSpPr>
          <p:spPr>
            <a:xfrm>
              <a:off x="2810050" y="1616325"/>
              <a:ext cx="1994650" cy="2478000"/>
            </a:xfrm>
            <a:custGeom>
              <a:avLst/>
              <a:gdLst/>
              <a:ahLst/>
              <a:cxnLst/>
              <a:rect l="l" t="t" r="r" b="b"/>
              <a:pathLst>
                <a:path w="79786" h="99120" extrusionOk="0">
                  <a:moveTo>
                    <a:pt x="74961" y="227"/>
                  </a:moveTo>
                  <a:cubicBezTo>
                    <a:pt x="77495" y="227"/>
                    <a:pt x="79576" y="2290"/>
                    <a:pt x="79576" y="4842"/>
                  </a:cubicBezTo>
                  <a:lnTo>
                    <a:pt x="79576" y="94277"/>
                  </a:lnTo>
                  <a:cubicBezTo>
                    <a:pt x="79576" y="96829"/>
                    <a:pt x="77495" y="98892"/>
                    <a:pt x="74961" y="98892"/>
                  </a:cubicBezTo>
                  <a:lnTo>
                    <a:pt x="4843" y="98892"/>
                  </a:lnTo>
                  <a:cubicBezTo>
                    <a:pt x="2291" y="98892"/>
                    <a:pt x="210" y="96829"/>
                    <a:pt x="210" y="94277"/>
                  </a:cubicBezTo>
                  <a:lnTo>
                    <a:pt x="210" y="4842"/>
                  </a:lnTo>
                  <a:cubicBezTo>
                    <a:pt x="210" y="2290"/>
                    <a:pt x="2291" y="227"/>
                    <a:pt x="4843" y="227"/>
                  </a:cubicBezTo>
                  <a:close/>
                  <a:moveTo>
                    <a:pt x="4843" y="0"/>
                  </a:moveTo>
                  <a:cubicBezTo>
                    <a:pt x="2168" y="18"/>
                    <a:pt x="1" y="2168"/>
                    <a:pt x="1" y="4842"/>
                  </a:cubicBezTo>
                  <a:lnTo>
                    <a:pt x="1" y="94277"/>
                  </a:lnTo>
                  <a:cubicBezTo>
                    <a:pt x="1" y="96951"/>
                    <a:pt x="2168" y="99102"/>
                    <a:pt x="4843" y="99119"/>
                  </a:cubicBezTo>
                  <a:lnTo>
                    <a:pt x="74961" y="99119"/>
                  </a:lnTo>
                  <a:cubicBezTo>
                    <a:pt x="77618" y="99102"/>
                    <a:pt x="79786" y="96951"/>
                    <a:pt x="79786" y="94277"/>
                  </a:cubicBezTo>
                  <a:lnTo>
                    <a:pt x="79786" y="4842"/>
                  </a:lnTo>
                  <a:cubicBezTo>
                    <a:pt x="79786" y="2168"/>
                    <a:pt x="77618" y="18"/>
                    <a:pt x="74961" y="0"/>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28"/>
            <p:cNvSpPr/>
            <p:nvPr/>
          </p:nvSpPr>
          <p:spPr>
            <a:xfrm>
              <a:off x="2501950" y="2406475"/>
              <a:ext cx="100100" cy="30175"/>
            </a:xfrm>
            <a:custGeom>
              <a:avLst/>
              <a:gdLst/>
              <a:ahLst/>
              <a:cxnLst/>
              <a:rect l="l" t="t" r="r" b="b"/>
              <a:pathLst>
                <a:path w="4004" h="1207" extrusionOk="0">
                  <a:moveTo>
                    <a:pt x="0" y="0"/>
                  </a:moveTo>
                  <a:lnTo>
                    <a:pt x="0" y="1207"/>
                  </a:lnTo>
                  <a:lnTo>
                    <a:pt x="4004" y="1207"/>
                  </a:lnTo>
                  <a:lnTo>
                    <a:pt x="4004" y="0"/>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28"/>
            <p:cNvSpPr/>
            <p:nvPr/>
          </p:nvSpPr>
          <p:spPr>
            <a:xfrm>
              <a:off x="2501950" y="2341800"/>
              <a:ext cx="100100" cy="30175"/>
            </a:xfrm>
            <a:custGeom>
              <a:avLst/>
              <a:gdLst/>
              <a:ahLst/>
              <a:cxnLst/>
              <a:rect l="l" t="t" r="r" b="b"/>
              <a:pathLst>
                <a:path w="4004" h="1207" extrusionOk="0">
                  <a:moveTo>
                    <a:pt x="0" y="0"/>
                  </a:moveTo>
                  <a:lnTo>
                    <a:pt x="0" y="1206"/>
                  </a:lnTo>
                  <a:lnTo>
                    <a:pt x="4004" y="1206"/>
                  </a:lnTo>
                  <a:lnTo>
                    <a:pt x="4004" y="0"/>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28"/>
            <p:cNvSpPr/>
            <p:nvPr/>
          </p:nvSpPr>
          <p:spPr>
            <a:xfrm>
              <a:off x="2501950" y="2471150"/>
              <a:ext cx="100100" cy="30175"/>
            </a:xfrm>
            <a:custGeom>
              <a:avLst/>
              <a:gdLst/>
              <a:ahLst/>
              <a:cxnLst/>
              <a:rect l="l" t="t" r="r" b="b"/>
              <a:pathLst>
                <a:path w="4004" h="1207" extrusionOk="0">
                  <a:moveTo>
                    <a:pt x="0" y="1"/>
                  </a:moveTo>
                  <a:lnTo>
                    <a:pt x="0" y="1207"/>
                  </a:lnTo>
                  <a:lnTo>
                    <a:pt x="4004" y="1207"/>
                  </a:lnTo>
                  <a:lnTo>
                    <a:pt x="4004"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28"/>
            <p:cNvSpPr/>
            <p:nvPr/>
          </p:nvSpPr>
          <p:spPr>
            <a:xfrm>
              <a:off x="2501950" y="2535400"/>
              <a:ext cx="100100" cy="30600"/>
            </a:xfrm>
            <a:custGeom>
              <a:avLst/>
              <a:gdLst/>
              <a:ahLst/>
              <a:cxnLst/>
              <a:rect l="l" t="t" r="r" b="b"/>
              <a:pathLst>
                <a:path w="4004" h="1224" extrusionOk="0">
                  <a:moveTo>
                    <a:pt x="0" y="0"/>
                  </a:moveTo>
                  <a:lnTo>
                    <a:pt x="0" y="1224"/>
                  </a:lnTo>
                  <a:lnTo>
                    <a:pt x="4004" y="1224"/>
                  </a:lnTo>
                  <a:lnTo>
                    <a:pt x="4004" y="0"/>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28"/>
            <p:cNvSpPr/>
            <p:nvPr/>
          </p:nvSpPr>
          <p:spPr>
            <a:xfrm>
              <a:off x="2501950" y="2600075"/>
              <a:ext cx="100100" cy="30625"/>
            </a:xfrm>
            <a:custGeom>
              <a:avLst/>
              <a:gdLst/>
              <a:ahLst/>
              <a:cxnLst/>
              <a:rect l="l" t="t" r="r" b="b"/>
              <a:pathLst>
                <a:path w="4004" h="1225" extrusionOk="0">
                  <a:moveTo>
                    <a:pt x="0" y="1"/>
                  </a:moveTo>
                  <a:lnTo>
                    <a:pt x="0" y="1224"/>
                  </a:lnTo>
                  <a:lnTo>
                    <a:pt x="4004" y="1224"/>
                  </a:lnTo>
                  <a:lnTo>
                    <a:pt x="4004"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28"/>
            <p:cNvSpPr/>
            <p:nvPr/>
          </p:nvSpPr>
          <p:spPr>
            <a:xfrm>
              <a:off x="2501950" y="2083075"/>
              <a:ext cx="100100" cy="30175"/>
            </a:xfrm>
            <a:custGeom>
              <a:avLst/>
              <a:gdLst/>
              <a:ahLst/>
              <a:cxnLst/>
              <a:rect l="l" t="t" r="r" b="b"/>
              <a:pathLst>
                <a:path w="4004" h="1207" extrusionOk="0">
                  <a:moveTo>
                    <a:pt x="0" y="0"/>
                  </a:moveTo>
                  <a:lnTo>
                    <a:pt x="0" y="1206"/>
                  </a:lnTo>
                  <a:lnTo>
                    <a:pt x="4004" y="1206"/>
                  </a:lnTo>
                  <a:lnTo>
                    <a:pt x="4004" y="0"/>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28"/>
            <p:cNvSpPr/>
            <p:nvPr/>
          </p:nvSpPr>
          <p:spPr>
            <a:xfrm>
              <a:off x="2501950" y="2018375"/>
              <a:ext cx="100100" cy="30200"/>
            </a:xfrm>
            <a:custGeom>
              <a:avLst/>
              <a:gdLst/>
              <a:ahLst/>
              <a:cxnLst/>
              <a:rect l="l" t="t" r="r" b="b"/>
              <a:pathLst>
                <a:path w="4004" h="1208" extrusionOk="0">
                  <a:moveTo>
                    <a:pt x="0" y="1"/>
                  </a:moveTo>
                  <a:lnTo>
                    <a:pt x="0" y="1207"/>
                  </a:lnTo>
                  <a:lnTo>
                    <a:pt x="4004" y="1207"/>
                  </a:lnTo>
                  <a:lnTo>
                    <a:pt x="4004"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28"/>
            <p:cNvSpPr/>
            <p:nvPr/>
          </p:nvSpPr>
          <p:spPr>
            <a:xfrm>
              <a:off x="2501950" y="2147750"/>
              <a:ext cx="100100" cy="30175"/>
            </a:xfrm>
            <a:custGeom>
              <a:avLst/>
              <a:gdLst/>
              <a:ahLst/>
              <a:cxnLst/>
              <a:rect l="l" t="t" r="r" b="b"/>
              <a:pathLst>
                <a:path w="4004" h="1207" extrusionOk="0">
                  <a:moveTo>
                    <a:pt x="0" y="0"/>
                  </a:moveTo>
                  <a:lnTo>
                    <a:pt x="0" y="1207"/>
                  </a:lnTo>
                  <a:lnTo>
                    <a:pt x="4004" y="1207"/>
                  </a:lnTo>
                  <a:lnTo>
                    <a:pt x="4004" y="0"/>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28"/>
            <p:cNvSpPr/>
            <p:nvPr/>
          </p:nvSpPr>
          <p:spPr>
            <a:xfrm>
              <a:off x="2501950" y="2212425"/>
              <a:ext cx="100100" cy="30175"/>
            </a:xfrm>
            <a:custGeom>
              <a:avLst/>
              <a:gdLst/>
              <a:ahLst/>
              <a:cxnLst/>
              <a:rect l="l" t="t" r="r" b="b"/>
              <a:pathLst>
                <a:path w="4004" h="1207" extrusionOk="0">
                  <a:moveTo>
                    <a:pt x="0" y="1"/>
                  </a:moveTo>
                  <a:lnTo>
                    <a:pt x="0" y="1207"/>
                  </a:lnTo>
                  <a:lnTo>
                    <a:pt x="4004" y="1207"/>
                  </a:lnTo>
                  <a:lnTo>
                    <a:pt x="4004"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28"/>
            <p:cNvSpPr/>
            <p:nvPr/>
          </p:nvSpPr>
          <p:spPr>
            <a:xfrm>
              <a:off x="2501950" y="2277100"/>
              <a:ext cx="100100" cy="30200"/>
            </a:xfrm>
            <a:custGeom>
              <a:avLst/>
              <a:gdLst/>
              <a:ahLst/>
              <a:cxnLst/>
              <a:rect l="l" t="t" r="r" b="b"/>
              <a:pathLst>
                <a:path w="4004" h="1208" extrusionOk="0">
                  <a:moveTo>
                    <a:pt x="0" y="1"/>
                  </a:moveTo>
                  <a:lnTo>
                    <a:pt x="0" y="1207"/>
                  </a:lnTo>
                  <a:lnTo>
                    <a:pt x="4004" y="1207"/>
                  </a:lnTo>
                  <a:lnTo>
                    <a:pt x="4004"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28"/>
            <p:cNvSpPr/>
            <p:nvPr/>
          </p:nvSpPr>
          <p:spPr>
            <a:xfrm>
              <a:off x="2501950" y="1759650"/>
              <a:ext cx="100100" cy="30200"/>
            </a:xfrm>
            <a:custGeom>
              <a:avLst/>
              <a:gdLst/>
              <a:ahLst/>
              <a:cxnLst/>
              <a:rect l="l" t="t" r="r" b="b"/>
              <a:pathLst>
                <a:path w="4004" h="1208" extrusionOk="0">
                  <a:moveTo>
                    <a:pt x="0" y="1"/>
                  </a:moveTo>
                  <a:lnTo>
                    <a:pt x="0" y="1207"/>
                  </a:lnTo>
                  <a:lnTo>
                    <a:pt x="4004" y="1207"/>
                  </a:lnTo>
                  <a:lnTo>
                    <a:pt x="4004"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28"/>
            <p:cNvSpPr/>
            <p:nvPr/>
          </p:nvSpPr>
          <p:spPr>
            <a:xfrm>
              <a:off x="2501950" y="1694975"/>
              <a:ext cx="100100" cy="30175"/>
            </a:xfrm>
            <a:custGeom>
              <a:avLst/>
              <a:gdLst/>
              <a:ahLst/>
              <a:cxnLst/>
              <a:rect l="l" t="t" r="r" b="b"/>
              <a:pathLst>
                <a:path w="4004" h="1207" extrusionOk="0">
                  <a:moveTo>
                    <a:pt x="0" y="1"/>
                  </a:moveTo>
                  <a:lnTo>
                    <a:pt x="0" y="1207"/>
                  </a:lnTo>
                  <a:lnTo>
                    <a:pt x="4004" y="1207"/>
                  </a:lnTo>
                  <a:lnTo>
                    <a:pt x="4004"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8"/>
            <p:cNvSpPr/>
            <p:nvPr/>
          </p:nvSpPr>
          <p:spPr>
            <a:xfrm>
              <a:off x="2501950" y="1824350"/>
              <a:ext cx="100100" cy="30175"/>
            </a:xfrm>
            <a:custGeom>
              <a:avLst/>
              <a:gdLst/>
              <a:ahLst/>
              <a:cxnLst/>
              <a:rect l="l" t="t" r="r" b="b"/>
              <a:pathLst>
                <a:path w="4004" h="1207" extrusionOk="0">
                  <a:moveTo>
                    <a:pt x="0" y="0"/>
                  </a:moveTo>
                  <a:lnTo>
                    <a:pt x="0" y="1206"/>
                  </a:lnTo>
                  <a:lnTo>
                    <a:pt x="4004" y="1206"/>
                  </a:lnTo>
                  <a:lnTo>
                    <a:pt x="4004" y="0"/>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8"/>
            <p:cNvSpPr/>
            <p:nvPr/>
          </p:nvSpPr>
          <p:spPr>
            <a:xfrm>
              <a:off x="2501950" y="1889025"/>
              <a:ext cx="100100" cy="30175"/>
            </a:xfrm>
            <a:custGeom>
              <a:avLst/>
              <a:gdLst/>
              <a:ahLst/>
              <a:cxnLst/>
              <a:rect l="l" t="t" r="r" b="b"/>
              <a:pathLst>
                <a:path w="4004" h="1207" extrusionOk="0">
                  <a:moveTo>
                    <a:pt x="0" y="0"/>
                  </a:moveTo>
                  <a:lnTo>
                    <a:pt x="0" y="1207"/>
                  </a:lnTo>
                  <a:lnTo>
                    <a:pt x="4004" y="1207"/>
                  </a:lnTo>
                  <a:lnTo>
                    <a:pt x="4004" y="0"/>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28"/>
            <p:cNvSpPr/>
            <p:nvPr/>
          </p:nvSpPr>
          <p:spPr>
            <a:xfrm>
              <a:off x="2501950" y="1953700"/>
              <a:ext cx="100100" cy="30175"/>
            </a:xfrm>
            <a:custGeom>
              <a:avLst/>
              <a:gdLst/>
              <a:ahLst/>
              <a:cxnLst/>
              <a:rect l="l" t="t" r="r" b="b"/>
              <a:pathLst>
                <a:path w="4004" h="1207" extrusionOk="0">
                  <a:moveTo>
                    <a:pt x="0" y="1"/>
                  </a:moveTo>
                  <a:lnTo>
                    <a:pt x="0" y="1207"/>
                  </a:lnTo>
                  <a:lnTo>
                    <a:pt x="4004" y="1207"/>
                  </a:lnTo>
                  <a:lnTo>
                    <a:pt x="4004"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28"/>
            <p:cNvSpPr/>
            <p:nvPr/>
          </p:nvSpPr>
          <p:spPr>
            <a:xfrm>
              <a:off x="2501950" y="2668250"/>
              <a:ext cx="100100" cy="1423000"/>
            </a:xfrm>
            <a:custGeom>
              <a:avLst/>
              <a:gdLst/>
              <a:ahLst/>
              <a:cxnLst/>
              <a:rect l="l" t="t" r="r" b="b"/>
              <a:pathLst>
                <a:path w="4004" h="56920" extrusionOk="0">
                  <a:moveTo>
                    <a:pt x="0" y="1"/>
                  </a:moveTo>
                  <a:lnTo>
                    <a:pt x="0" y="56920"/>
                  </a:lnTo>
                  <a:lnTo>
                    <a:pt x="4004" y="56920"/>
                  </a:lnTo>
                  <a:lnTo>
                    <a:pt x="4004"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8" name="Google Shape;528;p28"/>
          <p:cNvGrpSpPr/>
          <p:nvPr/>
        </p:nvGrpSpPr>
        <p:grpSpPr>
          <a:xfrm>
            <a:off x="7686104" y="-476250"/>
            <a:ext cx="2291257" cy="2922300"/>
            <a:chOff x="4882900" y="-64350"/>
            <a:chExt cx="2493750" cy="2922300"/>
          </a:xfrm>
        </p:grpSpPr>
        <p:sp>
          <p:nvSpPr>
            <p:cNvPr id="529" name="Google Shape;529;p28"/>
            <p:cNvSpPr/>
            <p:nvPr/>
          </p:nvSpPr>
          <p:spPr>
            <a:xfrm>
              <a:off x="4882900" y="2852675"/>
              <a:ext cx="2493750" cy="5275"/>
            </a:xfrm>
            <a:custGeom>
              <a:avLst/>
              <a:gdLst/>
              <a:ahLst/>
              <a:cxnLst/>
              <a:rect l="l" t="t" r="r" b="b"/>
              <a:pathLst>
                <a:path w="99750" h="211" extrusionOk="0">
                  <a:moveTo>
                    <a:pt x="1" y="1"/>
                  </a:moveTo>
                  <a:lnTo>
                    <a:pt x="1" y="210"/>
                  </a:lnTo>
                  <a:lnTo>
                    <a:pt x="99749" y="210"/>
                  </a:lnTo>
                  <a:lnTo>
                    <a:pt x="99749" y="1"/>
                  </a:lnTo>
                  <a:close/>
                </a:path>
              </a:pathLst>
            </a:custGeom>
            <a:solidFill>
              <a:srgbClr val="FF997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28"/>
            <p:cNvSpPr/>
            <p:nvPr/>
          </p:nvSpPr>
          <p:spPr>
            <a:xfrm>
              <a:off x="4987800" y="-64350"/>
              <a:ext cx="1082975" cy="2914922"/>
            </a:xfrm>
            <a:custGeom>
              <a:avLst/>
              <a:gdLst/>
              <a:ahLst/>
              <a:cxnLst/>
              <a:rect l="l" t="t" r="r" b="b"/>
              <a:pathLst>
                <a:path w="43319" h="94995" extrusionOk="0">
                  <a:moveTo>
                    <a:pt x="0" y="1"/>
                  </a:moveTo>
                  <a:lnTo>
                    <a:pt x="0" y="30716"/>
                  </a:lnTo>
                  <a:lnTo>
                    <a:pt x="43127" y="30716"/>
                  </a:lnTo>
                  <a:lnTo>
                    <a:pt x="43127" y="94994"/>
                  </a:lnTo>
                  <a:lnTo>
                    <a:pt x="43319" y="94994"/>
                  </a:lnTo>
                  <a:lnTo>
                    <a:pt x="43319" y="30523"/>
                  </a:lnTo>
                  <a:lnTo>
                    <a:pt x="210" y="30523"/>
                  </a:lnTo>
                  <a:lnTo>
                    <a:pt x="210" y="1"/>
                  </a:lnTo>
                  <a:close/>
                </a:path>
              </a:pathLst>
            </a:custGeom>
            <a:solidFill>
              <a:srgbClr val="FF997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28"/>
            <p:cNvSpPr/>
            <p:nvPr/>
          </p:nvSpPr>
          <p:spPr>
            <a:xfrm>
              <a:off x="6127150" y="2700150"/>
              <a:ext cx="105350" cy="107100"/>
            </a:xfrm>
            <a:custGeom>
              <a:avLst/>
              <a:gdLst/>
              <a:ahLst/>
              <a:cxnLst/>
              <a:rect l="l" t="t" r="r" b="b"/>
              <a:pathLst>
                <a:path w="4214" h="4284" extrusionOk="0">
                  <a:moveTo>
                    <a:pt x="0" y="1"/>
                  </a:moveTo>
                  <a:lnTo>
                    <a:pt x="0" y="4284"/>
                  </a:lnTo>
                  <a:lnTo>
                    <a:pt x="4213" y="4284"/>
                  </a:lnTo>
                  <a:lnTo>
                    <a:pt x="4213" y="4074"/>
                  </a:lnTo>
                  <a:lnTo>
                    <a:pt x="210" y="4074"/>
                  </a:lnTo>
                  <a:lnTo>
                    <a:pt x="210" y="1"/>
                  </a:lnTo>
                  <a:close/>
                </a:path>
              </a:pathLst>
            </a:custGeom>
            <a:solidFill>
              <a:srgbClr val="FF997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28"/>
            <p:cNvSpPr/>
            <p:nvPr/>
          </p:nvSpPr>
          <p:spPr>
            <a:xfrm>
              <a:off x="5950575" y="939175"/>
              <a:ext cx="76075" cy="78250"/>
            </a:xfrm>
            <a:custGeom>
              <a:avLst/>
              <a:gdLst/>
              <a:ahLst/>
              <a:cxnLst/>
              <a:rect l="l" t="t" r="r" b="b"/>
              <a:pathLst>
                <a:path w="3043" h="3130" extrusionOk="0">
                  <a:moveTo>
                    <a:pt x="1" y="0"/>
                  </a:moveTo>
                  <a:lnTo>
                    <a:pt x="1" y="210"/>
                  </a:lnTo>
                  <a:lnTo>
                    <a:pt x="2833" y="210"/>
                  </a:lnTo>
                  <a:lnTo>
                    <a:pt x="2833" y="3130"/>
                  </a:lnTo>
                  <a:lnTo>
                    <a:pt x="3042" y="3130"/>
                  </a:lnTo>
                  <a:lnTo>
                    <a:pt x="3042" y="0"/>
                  </a:lnTo>
                  <a:close/>
                </a:path>
              </a:pathLst>
            </a:custGeom>
            <a:solidFill>
              <a:srgbClr val="FF997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28"/>
            <p:cNvSpPr/>
            <p:nvPr/>
          </p:nvSpPr>
          <p:spPr>
            <a:xfrm>
              <a:off x="5032375" y="744525"/>
              <a:ext cx="77800" cy="78250"/>
            </a:xfrm>
            <a:custGeom>
              <a:avLst/>
              <a:gdLst/>
              <a:ahLst/>
              <a:cxnLst/>
              <a:rect l="l" t="t" r="r" b="b"/>
              <a:pathLst>
                <a:path w="3112" h="3130" extrusionOk="0">
                  <a:moveTo>
                    <a:pt x="0" y="1"/>
                  </a:moveTo>
                  <a:lnTo>
                    <a:pt x="0" y="3130"/>
                  </a:lnTo>
                  <a:lnTo>
                    <a:pt x="3112" y="3130"/>
                  </a:lnTo>
                  <a:lnTo>
                    <a:pt x="3112" y="2920"/>
                  </a:lnTo>
                  <a:lnTo>
                    <a:pt x="193" y="2920"/>
                  </a:lnTo>
                  <a:lnTo>
                    <a:pt x="193" y="1"/>
                  </a:lnTo>
                  <a:close/>
                </a:path>
              </a:pathLst>
            </a:custGeom>
            <a:solidFill>
              <a:srgbClr val="FF997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 name="Google Shape;8636;p54"/>
          <p:cNvGrpSpPr/>
          <p:nvPr/>
        </p:nvGrpSpPr>
        <p:grpSpPr>
          <a:xfrm>
            <a:off x="5334000" y="1581150"/>
            <a:ext cx="1981200" cy="2133600"/>
            <a:chOff x="834100" y="3642869"/>
            <a:chExt cx="1259483" cy="628426"/>
          </a:xfrm>
        </p:grpSpPr>
        <p:sp>
          <p:nvSpPr>
            <p:cNvPr id="97" name="Google Shape;8637;p54"/>
            <p:cNvSpPr/>
            <p:nvPr/>
          </p:nvSpPr>
          <p:spPr>
            <a:xfrm>
              <a:off x="1557115" y="4061516"/>
              <a:ext cx="127079" cy="163426"/>
            </a:xfrm>
            <a:custGeom>
              <a:avLst/>
              <a:gdLst/>
              <a:ahLst/>
              <a:cxnLst/>
              <a:rect l="l" t="t" r="r" b="b"/>
              <a:pathLst>
                <a:path w="28816" h="37079" fill="none" extrusionOk="0">
                  <a:moveTo>
                    <a:pt x="28815" y="37078"/>
                  </a:moveTo>
                  <a:lnTo>
                    <a:pt x="17922" y="37078"/>
                  </a:lnTo>
                  <a:cubicBezTo>
                    <a:pt x="14829" y="37078"/>
                    <a:pt x="14212" y="33613"/>
                    <a:pt x="14212" y="33613"/>
                  </a:cubicBezTo>
                  <a:lnTo>
                    <a:pt x="14212" y="10631"/>
                  </a:lnTo>
                  <a:lnTo>
                    <a:pt x="0" y="10631"/>
                  </a:lnTo>
                  <a:lnTo>
                    <a:pt x="0"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8638;p54"/>
            <p:cNvSpPr/>
            <p:nvPr/>
          </p:nvSpPr>
          <p:spPr>
            <a:xfrm>
              <a:off x="1847875" y="4224937"/>
              <a:ext cx="161119" cy="4"/>
            </a:xfrm>
            <a:custGeom>
              <a:avLst/>
              <a:gdLst/>
              <a:ahLst/>
              <a:cxnLst/>
              <a:rect l="l" t="t" r="r" b="b"/>
              <a:pathLst>
                <a:path w="36535" h="1" fill="none" extrusionOk="0">
                  <a:moveTo>
                    <a:pt x="1" y="0"/>
                  </a:moveTo>
                  <a:lnTo>
                    <a:pt x="36535" y="0"/>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8639;p54"/>
            <p:cNvSpPr/>
            <p:nvPr/>
          </p:nvSpPr>
          <p:spPr>
            <a:xfrm>
              <a:off x="1684189" y="4176763"/>
              <a:ext cx="163690" cy="94532"/>
            </a:xfrm>
            <a:custGeom>
              <a:avLst/>
              <a:gdLst/>
              <a:ahLst/>
              <a:cxnLst/>
              <a:rect l="l" t="t" r="r" b="b"/>
              <a:pathLst>
                <a:path w="37118" h="21448" extrusionOk="0">
                  <a:moveTo>
                    <a:pt x="4950" y="1"/>
                  </a:moveTo>
                  <a:cubicBezTo>
                    <a:pt x="2218" y="1"/>
                    <a:pt x="0" y="2679"/>
                    <a:pt x="0" y="5984"/>
                  </a:cubicBezTo>
                  <a:lnTo>
                    <a:pt x="0" y="15461"/>
                  </a:lnTo>
                  <a:cubicBezTo>
                    <a:pt x="0" y="18766"/>
                    <a:pt x="2218" y="21447"/>
                    <a:pt x="4950" y="21447"/>
                  </a:cubicBezTo>
                  <a:lnTo>
                    <a:pt x="32168" y="21447"/>
                  </a:lnTo>
                  <a:cubicBezTo>
                    <a:pt x="34904" y="21447"/>
                    <a:pt x="37118" y="18766"/>
                    <a:pt x="37118" y="15461"/>
                  </a:cubicBezTo>
                  <a:lnTo>
                    <a:pt x="37118" y="5984"/>
                  </a:lnTo>
                  <a:cubicBezTo>
                    <a:pt x="37118" y="2679"/>
                    <a:pt x="34904" y="1"/>
                    <a:pt x="32168" y="1"/>
                  </a:cubicBezTo>
                  <a:close/>
                </a:path>
              </a:pathLst>
            </a:custGeom>
            <a:no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8640;p54"/>
            <p:cNvSpPr/>
            <p:nvPr/>
          </p:nvSpPr>
          <p:spPr>
            <a:xfrm>
              <a:off x="1246916" y="3961205"/>
              <a:ext cx="77612" cy="4"/>
            </a:xfrm>
            <a:custGeom>
              <a:avLst/>
              <a:gdLst/>
              <a:ahLst/>
              <a:cxnLst/>
              <a:rect l="l" t="t" r="r" b="b"/>
              <a:pathLst>
                <a:path w="17599" h="1" fill="none" extrusionOk="0">
                  <a:moveTo>
                    <a:pt x="17598" y="0"/>
                  </a:moveTo>
                  <a:lnTo>
                    <a:pt x="1" y="0"/>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8641;p54"/>
            <p:cNvSpPr/>
            <p:nvPr/>
          </p:nvSpPr>
          <p:spPr>
            <a:xfrm>
              <a:off x="854078" y="3861292"/>
              <a:ext cx="154429" cy="4"/>
            </a:xfrm>
            <a:custGeom>
              <a:avLst/>
              <a:gdLst/>
              <a:ahLst/>
              <a:cxnLst/>
              <a:rect l="l" t="t" r="r" b="b"/>
              <a:pathLst>
                <a:path w="35018" h="1" fill="none" extrusionOk="0">
                  <a:moveTo>
                    <a:pt x="35017" y="1"/>
                  </a:moveTo>
                  <a:lnTo>
                    <a:pt x="1"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8642;p54"/>
            <p:cNvSpPr/>
            <p:nvPr/>
          </p:nvSpPr>
          <p:spPr>
            <a:xfrm>
              <a:off x="1164630" y="3861309"/>
              <a:ext cx="79574" cy="199792"/>
            </a:xfrm>
            <a:custGeom>
              <a:avLst/>
              <a:gdLst/>
              <a:ahLst/>
              <a:cxnLst/>
              <a:rect l="l" t="t" r="r" b="b"/>
              <a:pathLst>
                <a:path w="18044" h="45330" fill="none" extrusionOk="0">
                  <a:moveTo>
                    <a:pt x="0" y="45330"/>
                  </a:moveTo>
                  <a:lnTo>
                    <a:pt x="12418" y="45330"/>
                  </a:lnTo>
                  <a:cubicBezTo>
                    <a:pt x="15150" y="45330"/>
                    <a:pt x="18043" y="42619"/>
                    <a:pt x="18043" y="35634"/>
                  </a:cubicBezTo>
                  <a:lnTo>
                    <a:pt x="18043" y="9697"/>
                  </a:lnTo>
                  <a:cubicBezTo>
                    <a:pt x="18043" y="2711"/>
                    <a:pt x="15150" y="1"/>
                    <a:pt x="12418" y="1"/>
                  </a:cubicBezTo>
                  <a:lnTo>
                    <a:pt x="1715"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8643;p54"/>
            <p:cNvSpPr/>
            <p:nvPr/>
          </p:nvSpPr>
          <p:spPr>
            <a:xfrm>
              <a:off x="854078" y="4061097"/>
              <a:ext cx="146866" cy="4"/>
            </a:xfrm>
            <a:custGeom>
              <a:avLst/>
              <a:gdLst/>
              <a:ahLst/>
              <a:cxnLst/>
              <a:rect l="l" t="t" r="r" b="b"/>
              <a:pathLst>
                <a:path w="33303" h="1" fill="none" extrusionOk="0">
                  <a:moveTo>
                    <a:pt x="1" y="1"/>
                  </a:moveTo>
                  <a:lnTo>
                    <a:pt x="33303"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8644;p54"/>
            <p:cNvSpPr/>
            <p:nvPr/>
          </p:nvSpPr>
          <p:spPr>
            <a:xfrm>
              <a:off x="1000939" y="4005884"/>
              <a:ext cx="163695" cy="94514"/>
            </a:xfrm>
            <a:custGeom>
              <a:avLst/>
              <a:gdLst/>
              <a:ahLst/>
              <a:cxnLst/>
              <a:rect l="l" t="t" r="r" b="b"/>
              <a:pathLst>
                <a:path w="37119" h="21444" extrusionOk="0">
                  <a:moveTo>
                    <a:pt x="4947" y="1"/>
                  </a:moveTo>
                  <a:cubicBezTo>
                    <a:pt x="2215" y="1"/>
                    <a:pt x="1" y="2678"/>
                    <a:pt x="1" y="5983"/>
                  </a:cubicBezTo>
                  <a:lnTo>
                    <a:pt x="1" y="15461"/>
                  </a:lnTo>
                  <a:cubicBezTo>
                    <a:pt x="1" y="18766"/>
                    <a:pt x="2215" y="21443"/>
                    <a:pt x="4947" y="21443"/>
                  </a:cubicBezTo>
                  <a:lnTo>
                    <a:pt x="32168" y="21443"/>
                  </a:lnTo>
                  <a:cubicBezTo>
                    <a:pt x="34901" y="21443"/>
                    <a:pt x="37118" y="18766"/>
                    <a:pt x="37118" y="15461"/>
                  </a:cubicBezTo>
                  <a:lnTo>
                    <a:pt x="37118" y="5983"/>
                  </a:lnTo>
                  <a:cubicBezTo>
                    <a:pt x="37118" y="2678"/>
                    <a:pt x="34901" y="1"/>
                    <a:pt x="32168" y="1"/>
                  </a:cubicBezTo>
                  <a:close/>
                </a:path>
              </a:pathLst>
            </a:custGeom>
            <a:no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8645;p54"/>
            <p:cNvSpPr/>
            <p:nvPr/>
          </p:nvSpPr>
          <p:spPr>
            <a:xfrm>
              <a:off x="1008502" y="3822418"/>
              <a:ext cx="163690" cy="94528"/>
            </a:xfrm>
            <a:custGeom>
              <a:avLst/>
              <a:gdLst/>
              <a:ahLst/>
              <a:cxnLst/>
              <a:rect l="l" t="t" r="r" b="b"/>
              <a:pathLst>
                <a:path w="37118" h="21447" extrusionOk="0">
                  <a:moveTo>
                    <a:pt x="4951" y="0"/>
                  </a:moveTo>
                  <a:cubicBezTo>
                    <a:pt x="2218" y="0"/>
                    <a:pt x="0" y="2678"/>
                    <a:pt x="0" y="5983"/>
                  </a:cubicBezTo>
                  <a:lnTo>
                    <a:pt x="0" y="15460"/>
                  </a:lnTo>
                  <a:cubicBezTo>
                    <a:pt x="0" y="18765"/>
                    <a:pt x="2215" y="21446"/>
                    <a:pt x="4951" y="21446"/>
                  </a:cubicBezTo>
                  <a:lnTo>
                    <a:pt x="32168" y="21446"/>
                  </a:lnTo>
                  <a:cubicBezTo>
                    <a:pt x="34900" y="21446"/>
                    <a:pt x="37118" y="18765"/>
                    <a:pt x="37118" y="15460"/>
                  </a:cubicBezTo>
                  <a:lnTo>
                    <a:pt x="37118" y="5983"/>
                  </a:lnTo>
                  <a:cubicBezTo>
                    <a:pt x="37118" y="2678"/>
                    <a:pt x="34900" y="0"/>
                    <a:pt x="32168" y="0"/>
                  </a:cubicBezTo>
                  <a:close/>
                </a:path>
              </a:pathLst>
            </a:custGeom>
            <a:no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8646;p54"/>
            <p:cNvSpPr/>
            <p:nvPr/>
          </p:nvSpPr>
          <p:spPr>
            <a:xfrm>
              <a:off x="1603156" y="3961205"/>
              <a:ext cx="77612" cy="4"/>
            </a:xfrm>
            <a:custGeom>
              <a:avLst/>
              <a:gdLst/>
              <a:ahLst/>
              <a:cxnLst/>
              <a:rect l="l" t="t" r="r" b="b"/>
              <a:pathLst>
                <a:path w="17599" h="1" fill="none" extrusionOk="0">
                  <a:moveTo>
                    <a:pt x="1" y="0"/>
                  </a:moveTo>
                  <a:lnTo>
                    <a:pt x="17598" y="0"/>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8647;p54"/>
            <p:cNvSpPr/>
            <p:nvPr/>
          </p:nvSpPr>
          <p:spPr>
            <a:xfrm>
              <a:off x="1926576" y="3861292"/>
              <a:ext cx="144308" cy="4"/>
            </a:xfrm>
            <a:custGeom>
              <a:avLst/>
              <a:gdLst/>
              <a:ahLst/>
              <a:cxnLst/>
              <a:rect l="l" t="t" r="r" b="b"/>
              <a:pathLst>
                <a:path w="32723" h="1" fill="none" extrusionOk="0">
                  <a:moveTo>
                    <a:pt x="1" y="1"/>
                  </a:moveTo>
                  <a:lnTo>
                    <a:pt x="32723"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8648;p54"/>
            <p:cNvSpPr/>
            <p:nvPr/>
          </p:nvSpPr>
          <p:spPr>
            <a:xfrm>
              <a:off x="1680763" y="3861309"/>
              <a:ext cx="82127" cy="199792"/>
            </a:xfrm>
            <a:custGeom>
              <a:avLst/>
              <a:gdLst/>
              <a:ahLst/>
              <a:cxnLst/>
              <a:rect l="l" t="t" r="r" b="b"/>
              <a:pathLst>
                <a:path w="18623" h="45330" fill="none" extrusionOk="0">
                  <a:moveTo>
                    <a:pt x="18623" y="45330"/>
                  </a:moveTo>
                  <a:lnTo>
                    <a:pt x="5625" y="45330"/>
                  </a:lnTo>
                  <a:cubicBezTo>
                    <a:pt x="2889" y="45330"/>
                    <a:pt x="0" y="42619"/>
                    <a:pt x="0" y="35634"/>
                  </a:cubicBezTo>
                  <a:lnTo>
                    <a:pt x="0" y="9697"/>
                  </a:lnTo>
                  <a:cubicBezTo>
                    <a:pt x="0" y="2711"/>
                    <a:pt x="2889" y="1"/>
                    <a:pt x="5625" y="1"/>
                  </a:cubicBezTo>
                  <a:lnTo>
                    <a:pt x="18623"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8649;p54"/>
            <p:cNvSpPr/>
            <p:nvPr/>
          </p:nvSpPr>
          <p:spPr>
            <a:xfrm>
              <a:off x="1926576" y="4061097"/>
              <a:ext cx="144308" cy="4"/>
            </a:xfrm>
            <a:custGeom>
              <a:avLst/>
              <a:gdLst/>
              <a:ahLst/>
              <a:cxnLst/>
              <a:rect l="l" t="t" r="r" b="b"/>
              <a:pathLst>
                <a:path w="32723" h="1" fill="none" extrusionOk="0">
                  <a:moveTo>
                    <a:pt x="32723" y="1"/>
                  </a:moveTo>
                  <a:lnTo>
                    <a:pt x="1"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8650;p54"/>
            <p:cNvSpPr/>
            <p:nvPr/>
          </p:nvSpPr>
          <p:spPr>
            <a:xfrm>
              <a:off x="1762436" y="3822418"/>
              <a:ext cx="163677" cy="94528"/>
            </a:xfrm>
            <a:custGeom>
              <a:avLst/>
              <a:gdLst/>
              <a:ahLst/>
              <a:cxnLst/>
              <a:rect l="l" t="t" r="r" b="b"/>
              <a:pathLst>
                <a:path w="37115" h="21447" extrusionOk="0">
                  <a:moveTo>
                    <a:pt x="4951" y="0"/>
                  </a:moveTo>
                  <a:cubicBezTo>
                    <a:pt x="2215" y="0"/>
                    <a:pt x="1" y="2678"/>
                    <a:pt x="1" y="5983"/>
                  </a:cubicBezTo>
                  <a:lnTo>
                    <a:pt x="1" y="15460"/>
                  </a:lnTo>
                  <a:cubicBezTo>
                    <a:pt x="1" y="18765"/>
                    <a:pt x="2215" y="21446"/>
                    <a:pt x="4951" y="21446"/>
                  </a:cubicBezTo>
                  <a:lnTo>
                    <a:pt x="32168" y="21446"/>
                  </a:lnTo>
                  <a:cubicBezTo>
                    <a:pt x="34901" y="21446"/>
                    <a:pt x="37115" y="18765"/>
                    <a:pt x="37115" y="15460"/>
                  </a:cubicBezTo>
                  <a:lnTo>
                    <a:pt x="37115" y="5983"/>
                  </a:lnTo>
                  <a:cubicBezTo>
                    <a:pt x="37115" y="2678"/>
                    <a:pt x="34901" y="0"/>
                    <a:pt x="32168" y="0"/>
                  </a:cubicBezTo>
                  <a:close/>
                </a:path>
              </a:pathLst>
            </a:custGeom>
            <a:no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8651;p54"/>
            <p:cNvSpPr/>
            <p:nvPr/>
          </p:nvSpPr>
          <p:spPr>
            <a:xfrm>
              <a:off x="1762886" y="4005884"/>
              <a:ext cx="163695" cy="94514"/>
            </a:xfrm>
            <a:custGeom>
              <a:avLst/>
              <a:gdLst/>
              <a:ahLst/>
              <a:cxnLst/>
              <a:rect l="l" t="t" r="r" b="b"/>
              <a:pathLst>
                <a:path w="37119" h="21444" extrusionOk="0">
                  <a:moveTo>
                    <a:pt x="4951" y="1"/>
                  </a:moveTo>
                  <a:cubicBezTo>
                    <a:pt x="2219" y="1"/>
                    <a:pt x="1" y="2678"/>
                    <a:pt x="1" y="5983"/>
                  </a:cubicBezTo>
                  <a:lnTo>
                    <a:pt x="1" y="15461"/>
                  </a:lnTo>
                  <a:cubicBezTo>
                    <a:pt x="1" y="18766"/>
                    <a:pt x="2219" y="21443"/>
                    <a:pt x="4951" y="21443"/>
                  </a:cubicBezTo>
                  <a:lnTo>
                    <a:pt x="32168" y="21443"/>
                  </a:lnTo>
                  <a:cubicBezTo>
                    <a:pt x="34901" y="21443"/>
                    <a:pt x="37119" y="18766"/>
                    <a:pt x="37119" y="15461"/>
                  </a:cubicBezTo>
                  <a:lnTo>
                    <a:pt x="37119" y="5983"/>
                  </a:lnTo>
                  <a:cubicBezTo>
                    <a:pt x="37119" y="2678"/>
                    <a:pt x="34901" y="1"/>
                    <a:pt x="32168" y="1"/>
                  </a:cubicBezTo>
                  <a:close/>
                </a:path>
              </a:pathLst>
            </a:custGeom>
            <a:no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8652;p54"/>
            <p:cNvSpPr/>
            <p:nvPr/>
          </p:nvSpPr>
          <p:spPr>
            <a:xfrm>
              <a:off x="1325004" y="3820086"/>
              <a:ext cx="278558" cy="278382"/>
            </a:xfrm>
            <a:custGeom>
              <a:avLst/>
              <a:gdLst/>
              <a:ahLst/>
              <a:cxnLst/>
              <a:rect l="l" t="t" r="r" b="b"/>
              <a:pathLst>
                <a:path w="63165" h="63161" fill="none" extrusionOk="0">
                  <a:moveTo>
                    <a:pt x="63165" y="31580"/>
                  </a:moveTo>
                  <a:cubicBezTo>
                    <a:pt x="63165" y="49021"/>
                    <a:pt x="49025" y="63161"/>
                    <a:pt x="31585" y="63161"/>
                  </a:cubicBezTo>
                  <a:cubicBezTo>
                    <a:pt x="14140" y="63161"/>
                    <a:pt x="1" y="49021"/>
                    <a:pt x="1" y="31580"/>
                  </a:cubicBezTo>
                  <a:cubicBezTo>
                    <a:pt x="1" y="14140"/>
                    <a:pt x="14140" y="0"/>
                    <a:pt x="31585" y="0"/>
                  </a:cubicBezTo>
                  <a:cubicBezTo>
                    <a:pt x="49025" y="0"/>
                    <a:pt x="63165" y="14140"/>
                    <a:pt x="63165" y="31580"/>
                  </a:cubicBezTo>
                  <a:close/>
                </a:path>
              </a:pathLst>
            </a:custGeom>
            <a:no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8653;p54"/>
            <p:cNvSpPr/>
            <p:nvPr/>
          </p:nvSpPr>
          <p:spPr>
            <a:xfrm>
              <a:off x="1235816" y="3689223"/>
              <a:ext cx="134752" cy="171223"/>
            </a:xfrm>
            <a:custGeom>
              <a:avLst/>
              <a:gdLst/>
              <a:ahLst/>
              <a:cxnLst/>
              <a:rect l="l" t="t" r="r" b="b"/>
              <a:pathLst>
                <a:path w="30556" h="38848" fill="none" extrusionOk="0">
                  <a:moveTo>
                    <a:pt x="1" y="1"/>
                  </a:moveTo>
                  <a:lnTo>
                    <a:pt x="12633" y="1"/>
                  </a:lnTo>
                  <a:cubicBezTo>
                    <a:pt x="15723" y="1"/>
                    <a:pt x="16343" y="3466"/>
                    <a:pt x="16343" y="3466"/>
                  </a:cubicBezTo>
                  <a:lnTo>
                    <a:pt x="16343" y="26448"/>
                  </a:lnTo>
                  <a:lnTo>
                    <a:pt x="30556" y="26448"/>
                  </a:lnTo>
                  <a:lnTo>
                    <a:pt x="30556" y="38848"/>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8654;p54"/>
            <p:cNvSpPr/>
            <p:nvPr/>
          </p:nvSpPr>
          <p:spPr>
            <a:xfrm>
              <a:off x="910512" y="3689223"/>
              <a:ext cx="161618" cy="4"/>
            </a:xfrm>
            <a:custGeom>
              <a:avLst/>
              <a:gdLst/>
              <a:ahLst/>
              <a:cxnLst/>
              <a:rect l="l" t="t" r="r" b="b"/>
              <a:pathLst>
                <a:path w="36648" h="1" fill="none" extrusionOk="0">
                  <a:moveTo>
                    <a:pt x="36648" y="1"/>
                  </a:moveTo>
                  <a:lnTo>
                    <a:pt x="1"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8655;p54"/>
            <p:cNvSpPr/>
            <p:nvPr/>
          </p:nvSpPr>
          <p:spPr>
            <a:xfrm>
              <a:off x="1072126" y="3642869"/>
              <a:ext cx="163695" cy="94532"/>
            </a:xfrm>
            <a:custGeom>
              <a:avLst/>
              <a:gdLst/>
              <a:ahLst/>
              <a:cxnLst/>
              <a:rect l="l" t="t" r="r" b="b"/>
              <a:pathLst>
                <a:path w="37119" h="21448" extrusionOk="0">
                  <a:moveTo>
                    <a:pt x="4951" y="1"/>
                  </a:moveTo>
                  <a:cubicBezTo>
                    <a:pt x="2219" y="1"/>
                    <a:pt x="1" y="2682"/>
                    <a:pt x="1" y="5987"/>
                  </a:cubicBezTo>
                  <a:lnTo>
                    <a:pt x="1" y="15464"/>
                  </a:lnTo>
                  <a:cubicBezTo>
                    <a:pt x="1" y="18769"/>
                    <a:pt x="2219" y="21447"/>
                    <a:pt x="4951" y="21447"/>
                  </a:cubicBezTo>
                  <a:lnTo>
                    <a:pt x="32172" y="21447"/>
                  </a:lnTo>
                  <a:cubicBezTo>
                    <a:pt x="34904" y="21447"/>
                    <a:pt x="37119" y="18769"/>
                    <a:pt x="37119" y="15464"/>
                  </a:cubicBezTo>
                  <a:lnTo>
                    <a:pt x="37119" y="5987"/>
                  </a:lnTo>
                  <a:cubicBezTo>
                    <a:pt x="37119" y="2682"/>
                    <a:pt x="34904" y="1"/>
                    <a:pt x="32172" y="1"/>
                  </a:cubicBezTo>
                  <a:close/>
                </a:path>
              </a:pathLst>
            </a:custGeom>
            <a:no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8656;p54"/>
            <p:cNvSpPr/>
            <p:nvPr/>
          </p:nvSpPr>
          <p:spPr>
            <a:xfrm>
              <a:off x="1235913" y="4073301"/>
              <a:ext cx="134655" cy="151640"/>
            </a:xfrm>
            <a:custGeom>
              <a:avLst/>
              <a:gdLst/>
              <a:ahLst/>
              <a:cxnLst/>
              <a:rect l="l" t="t" r="r" b="b"/>
              <a:pathLst>
                <a:path w="30534" h="34405" fill="none" extrusionOk="0">
                  <a:moveTo>
                    <a:pt x="0" y="34404"/>
                  </a:moveTo>
                  <a:lnTo>
                    <a:pt x="12611" y="34404"/>
                  </a:lnTo>
                  <a:cubicBezTo>
                    <a:pt x="15705" y="34404"/>
                    <a:pt x="16325" y="30939"/>
                    <a:pt x="16325" y="30939"/>
                  </a:cubicBezTo>
                  <a:lnTo>
                    <a:pt x="16325" y="7957"/>
                  </a:lnTo>
                  <a:lnTo>
                    <a:pt x="30534" y="7957"/>
                  </a:lnTo>
                  <a:lnTo>
                    <a:pt x="30534"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8657;p54"/>
            <p:cNvSpPr/>
            <p:nvPr/>
          </p:nvSpPr>
          <p:spPr>
            <a:xfrm>
              <a:off x="910512" y="4224937"/>
              <a:ext cx="161618" cy="4"/>
            </a:xfrm>
            <a:custGeom>
              <a:avLst/>
              <a:gdLst/>
              <a:ahLst/>
              <a:cxnLst/>
              <a:rect l="l" t="t" r="r" b="b"/>
              <a:pathLst>
                <a:path w="36648" h="1" fill="none" extrusionOk="0">
                  <a:moveTo>
                    <a:pt x="36648" y="0"/>
                  </a:moveTo>
                  <a:lnTo>
                    <a:pt x="1" y="0"/>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8658;p54"/>
            <p:cNvSpPr/>
            <p:nvPr/>
          </p:nvSpPr>
          <p:spPr>
            <a:xfrm>
              <a:off x="1072126" y="4176763"/>
              <a:ext cx="163695" cy="94532"/>
            </a:xfrm>
            <a:custGeom>
              <a:avLst/>
              <a:gdLst/>
              <a:ahLst/>
              <a:cxnLst/>
              <a:rect l="l" t="t" r="r" b="b"/>
              <a:pathLst>
                <a:path w="37119" h="21448" extrusionOk="0">
                  <a:moveTo>
                    <a:pt x="4951" y="1"/>
                  </a:moveTo>
                  <a:cubicBezTo>
                    <a:pt x="2219" y="1"/>
                    <a:pt x="1" y="2679"/>
                    <a:pt x="1" y="5984"/>
                  </a:cubicBezTo>
                  <a:lnTo>
                    <a:pt x="1" y="15461"/>
                  </a:lnTo>
                  <a:cubicBezTo>
                    <a:pt x="1" y="18766"/>
                    <a:pt x="2219" y="21447"/>
                    <a:pt x="4951" y="21447"/>
                  </a:cubicBezTo>
                  <a:lnTo>
                    <a:pt x="32172" y="21447"/>
                  </a:lnTo>
                  <a:cubicBezTo>
                    <a:pt x="34904" y="21447"/>
                    <a:pt x="37119" y="18766"/>
                    <a:pt x="37119" y="15461"/>
                  </a:cubicBezTo>
                  <a:lnTo>
                    <a:pt x="37119" y="5984"/>
                  </a:lnTo>
                  <a:cubicBezTo>
                    <a:pt x="37119" y="2679"/>
                    <a:pt x="34904" y="1"/>
                    <a:pt x="32172" y="1"/>
                  </a:cubicBezTo>
                  <a:close/>
                </a:path>
              </a:pathLst>
            </a:custGeom>
            <a:no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8659;p54"/>
            <p:cNvSpPr/>
            <p:nvPr/>
          </p:nvSpPr>
          <p:spPr>
            <a:xfrm>
              <a:off x="1562328" y="3689223"/>
              <a:ext cx="128816" cy="171223"/>
            </a:xfrm>
            <a:custGeom>
              <a:avLst/>
              <a:gdLst/>
              <a:ahLst/>
              <a:cxnLst/>
              <a:rect l="l" t="t" r="r" b="b"/>
              <a:pathLst>
                <a:path w="29210" h="38848" fill="none" extrusionOk="0">
                  <a:moveTo>
                    <a:pt x="29209" y="1"/>
                  </a:moveTo>
                  <a:lnTo>
                    <a:pt x="17922" y="1"/>
                  </a:lnTo>
                  <a:cubicBezTo>
                    <a:pt x="14829" y="1"/>
                    <a:pt x="14209" y="3466"/>
                    <a:pt x="14209" y="3466"/>
                  </a:cubicBezTo>
                  <a:lnTo>
                    <a:pt x="14209" y="26448"/>
                  </a:lnTo>
                  <a:lnTo>
                    <a:pt x="0" y="26448"/>
                  </a:lnTo>
                  <a:lnTo>
                    <a:pt x="0" y="38848"/>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8660;p54"/>
            <p:cNvSpPr/>
            <p:nvPr/>
          </p:nvSpPr>
          <p:spPr>
            <a:xfrm>
              <a:off x="1854826" y="3689223"/>
              <a:ext cx="154169" cy="4"/>
            </a:xfrm>
            <a:custGeom>
              <a:avLst/>
              <a:gdLst/>
              <a:ahLst/>
              <a:cxnLst/>
              <a:rect l="l" t="t" r="r" b="b"/>
              <a:pathLst>
                <a:path w="34959" h="1" fill="none" extrusionOk="0">
                  <a:moveTo>
                    <a:pt x="1" y="1"/>
                  </a:moveTo>
                  <a:lnTo>
                    <a:pt x="34959"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8661;p54"/>
            <p:cNvSpPr/>
            <p:nvPr/>
          </p:nvSpPr>
          <p:spPr>
            <a:xfrm>
              <a:off x="1691140" y="3642869"/>
              <a:ext cx="163690" cy="94532"/>
            </a:xfrm>
            <a:custGeom>
              <a:avLst/>
              <a:gdLst/>
              <a:ahLst/>
              <a:cxnLst/>
              <a:rect l="l" t="t" r="r" b="b"/>
              <a:pathLst>
                <a:path w="37118" h="21448" extrusionOk="0">
                  <a:moveTo>
                    <a:pt x="4947" y="1"/>
                  </a:moveTo>
                  <a:cubicBezTo>
                    <a:pt x="2214" y="1"/>
                    <a:pt x="0" y="2682"/>
                    <a:pt x="0" y="5987"/>
                  </a:cubicBezTo>
                  <a:lnTo>
                    <a:pt x="0" y="15464"/>
                  </a:lnTo>
                  <a:cubicBezTo>
                    <a:pt x="0" y="18769"/>
                    <a:pt x="2214" y="21447"/>
                    <a:pt x="4950" y="21447"/>
                  </a:cubicBezTo>
                  <a:lnTo>
                    <a:pt x="32168" y="21447"/>
                  </a:lnTo>
                  <a:cubicBezTo>
                    <a:pt x="34900" y="21447"/>
                    <a:pt x="37118" y="18769"/>
                    <a:pt x="37118" y="15464"/>
                  </a:cubicBezTo>
                  <a:lnTo>
                    <a:pt x="37118" y="5987"/>
                  </a:lnTo>
                  <a:cubicBezTo>
                    <a:pt x="37118" y="2682"/>
                    <a:pt x="34900" y="1"/>
                    <a:pt x="32168" y="1"/>
                  </a:cubicBezTo>
                  <a:close/>
                </a:path>
              </a:pathLst>
            </a:custGeom>
            <a:no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2" name="Google Shape;8662;p54"/>
            <p:cNvGrpSpPr/>
            <p:nvPr/>
          </p:nvGrpSpPr>
          <p:grpSpPr>
            <a:xfrm>
              <a:off x="1360364" y="3847835"/>
              <a:ext cx="208119" cy="224359"/>
              <a:chOff x="1360769" y="3847100"/>
              <a:chExt cx="208119" cy="224359"/>
            </a:xfrm>
          </p:grpSpPr>
          <p:sp>
            <p:nvSpPr>
              <p:cNvPr id="137" name="Google Shape;8663;p54"/>
              <p:cNvSpPr/>
              <p:nvPr/>
            </p:nvSpPr>
            <p:spPr>
              <a:xfrm>
                <a:off x="1360769" y="3847113"/>
                <a:ext cx="99163" cy="224346"/>
              </a:xfrm>
              <a:custGeom>
                <a:avLst/>
                <a:gdLst/>
                <a:ahLst/>
                <a:cxnLst/>
                <a:rect l="l" t="t" r="r" b="b"/>
                <a:pathLst>
                  <a:path w="22486" h="50901" fill="none" extrusionOk="0">
                    <a:moveTo>
                      <a:pt x="22384" y="2729"/>
                    </a:moveTo>
                    <a:cubicBezTo>
                      <a:pt x="22333" y="2383"/>
                      <a:pt x="22249" y="2040"/>
                      <a:pt x="22128" y="1711"/>
                    </a:cubicBezTo>
                    <a:cubicBezTo>
                      <a:pt x="21742" y="675"/>
                      <a:pt x="20979" y="1"/>
                      <a:pt x="19582" y="1"/>
                    </a:cubicBezTo>
                    <a:cubicBezTo>
                      <a:pt x="17966" y="1"/>
                      <a:pt x="17204" y="913"/>
                      <a:pt x="16883" y="2229"/>
                    </a:cubicBezTo>
                    <a:cubicBezTo>
                      <a:pt x="13443" y="1682"/>
                      <a:pt x="10331" y="4356"/>
                      <a:pt x="10353" y="7840"/>
                    </a:cubicBezTo>
                    <a:cubicBezTo>
                      <a:pt x="10353" y="7997"/>
                      <a:pt x="10364" y="8150"/>
                      <a:pt x="10378" y="8300"/>
                    </a:cubicBezTo>
                    <a:cubicBezTo>
                      <a:pt x="7945" y="7307"/>
                      <a:pt x="5147" y="7957"/>
                      <a:pt x="3404" y="9923"/>
                    </a:cubicBezTo>
                    <a:cubicBezTo>
                      <a:pt x="1660" y="11889"/>
                      <a:pt x="1343" y="14742"/>
                      <a:pt x="2616" y="17040"/>
                    </a:cubicBezTo>
                    <a:cubicBezTo>
                      <a:pt x="930" y="18382"/>
                      <a:pt x="0" y="20454"/>
                      <a:pt x="120" y="22607"/>
                    </a:cubicBezTo>
                    <a:cubicBezTo>
                      <a:pt x="241" y="24755"/>
                      <a:pt x="1394" y="26714"/>
                      <a:pt x="3218" y="27860"/>
                    </a:cubicBezTo>
                    <a:cubicBezTo>
                      <a:pt x="748" y="30913"/>
                      <a:pt x="1707" y="35462"/>
                      <a:pt x="5202" y="37260"/>
                    </a:cubicBezTo>
                    <a:cubicBezTo>
                      <a:pt x="5173" y="37490"/>
                      <a:pt x="5162" y="37720"/>
                      <a:pt x="5162" y="37954"/>
                    </a:cubicBezTo>
                    <a:cubicBezTo>
                      <a:pt x="5162" y="40832"/>
                      <a:pt x="7125" y="43243"/>
                      <a:pt x="9784" y="43943"/>
                    </a:cubicBezTo>
                    <a:cubicBezTo>
                      <a:pt x="10776" y="46782"/>
                      <a:pt x="13818" y="48350"/>
                      <a:pt x="16708" y="47511"/>
                    </a:cubicBezTo>
                    <a:cubicBezTo>
                      <a:pt x="16835" y="49437"/>
                      <a:pt x="17525" y="50900"/>
                      <a:pt x="19582" y="50900"/>
                    </a:cubicBezTo>
                    <a:cubicBezTo>
                      <a:pt x="22482" y="50900"/>
                      <a:pt x="22439" y="48390"/>
                      <a:pt x="22482" y="48401"/>
                    </a:cubicBezTo>
                    <a:cubicBezTo>
                      <a:pt x="22486" y="48401"/>
                      <a:pt x="22417" y="2722"/>
                      <a:pt x="22384" y="2729"/>
                    </a:cubicBezTo>
                    <a:close/>
                  </a:path>
                </a:pathLst>
              </a:custGeom>
              <a:noFill/>
              <a:ln w="9525" cap="flat" cmpd="sng">
                <a:solidFill>
                  <a:srgbClr val="E4E9ED"/>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8664;p54"/>
              <p:cNvSpPr/>
              <p:nvPr/>
            </p:nvSpPr>
            <p:spPr>
              <a:xfrm>
                <a:off x="1418941" y="3907967"/>
                <a:ext cx="40718" cy="51312"/>
              </a:xfrm>
              <a:custGeom>
                <a:avLst/>
                <a:gdLst/>
                <a:ahLst/>
                <a:cxnLst/>
                <a:rect l="l" t="t" r="r" b="b"/>
                <a:pathLst>
                  <a:path w="9233" h="11642" fill="none" extrusionOk="0">
                    <a:moveTo>
                      <a:pt x="9233" y="1"/>
                    </a:moveTo>
                    <a:cubicBezTo>
                      <a:pt x="9233" y="1"/>
                      <a:pt x="0" y="570"/>
                      <a:pt x="2586" y="11641"/>
                    </a:cubicBezTo>
                  </a:path>
                </a:pathLst>
              </a:custGeom>
              <a:noFill/>
              <a:ln w="952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8665;p54"/>
              <p:cNvSpPr/>
              <p:nvPr/>
            </p:nvSpPr>
            <p:spPr>
              <a:xfrm>
                <a:off x="1432983" y="3877824"/>
                <a:ext cx="26566" cy="25035"/>
              </a:xfrm>
              <a:custGeom>
                <a:avLst/>
                <a:gdLst/>
                <a:ahLst/>
                <a:cxnLst/>
                <a:rect l="l" t="t" r="r" b="b"/>
                <a:pathLst>
                  <a:path w="6024" h="5680" fill="none" extrusionOk="0">
                    <a:moveTo>
                      <a:pt x="1" y="1795"/>
                    </a:moveTo>
                    <a:cubicBezTo>
                      <a:pt x="1" y="1795"/>
                      <a:pt x="6023" y="0"/>
                      <a:pt x="6023" y="5680"/>
                    </a:cubicBezTo>
                  </a:path>
                </a:pathLst>
              </a:custGeom>
              <a:noFill/>
              <a:ln w="952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8666;p54"/>
              <p:cNvSpPr/>
              <p:nvPr/>
            </p:nvSpPr>
            <p:spPr>
              <a:xfrm>
                <a:off x="1406421" y="3881663"/>
                <a:ext cx="8727" cy="21196"/>
              </a:xfrm>
              <a:custGeom>
                <a:avLst/>
                <a:gdLst/>
                <a:ahLst/>
                <a:cxnLst/>
                <a:rect l="l" t="t" r="r" b="b"/>
                <a:pathLst>
                  <a:path w="1979" h="4809" fill="none" extrusionOk="0">
                    <a:moveTo>
                      <a:pt x="1" y="1"/>
                    </a:moveTo>
                    <a:cubicBezTo>
                      <a:pt x="1" y="1"/>
                      <a:pt x="1" y="2730"/>
                      <a:pt x="1978" y="4809"/>
                    </a:cubicBezTo>
                  </a:path>
                </a:pathLst>
              </a:custGeom>
              <a:noFill/>
              <a:ln w="952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8667;p54"/>
              <p:cNvSpPr/>
              <p:nvPr/>
            </p:nvSpPr>
            <p:spPr>
              <a:xfrm>
                <a:off x="1372301" y="3910479"/>
                <a:ext cx="51967" cy="15131"/>
              </a:xfrm>
              <a:custGeom>
                <a:avLst/>
                <a:gdLst/>
                <a:ahLst/>
                <a:cxnLst/>
                <a:rect l="l" t="t" r="r" b="b"/>
                <a:pathLst>
                  <a:path w="11784" h="3433" fill="none" extrusionOk="0">
                    <a:moveTo>
                      <a:pt x="1" y="2663"/>
                    </a:moveTo>
                    <a:cubicBezTo>
                      <a:pt x="3364" y="0"/>
                      <a:pt x="6622" y="3433"/>
                      <a:pt x="6622" y="3433"/>
                    </a:cubicBezTo>
                    <a:cubicBezTo>
                      <a:pt x="6622" y="3433"/>
                      <a:pt x="7307" y="387"/>
                      <a:pt x="11783" y="1653"/>
                    </a:cubicBezTo>
                  </a:path>
                </a:pathLst>
              </a:custGeom>
              <a:noFill/>
              <a:ln w="952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8668;p54"/>
              <p:cNvSpPr/>
              <p:nvPr/>
            </p:nvSpPr>
            <p:spPr>
              <a:xfrm>
                <a:off x="1383436" y="3963823"/>
                <a:ext cx="27351" cy="50572"/>
              </a:xfrm>
              <a:custGeom>
                <a:avLst/>
                <a:gdLst/>
                <a:ahLst/>
                <a:cxnLst/>
                <a:rect l="l" t="t" r="r" b="b"/>
                <a:pathLst>
                  <a:path w="6202" h="11474" fill="none" extrusionOk="0">
                    <a:moveTo>
                      <a:pt x="22" y="11474"/>
                    </a:moveTo>
                    <a:cubicBezTo>
                      <a:pt x="22" y="11474"/>
                      <a:pt x="0" y="5735"/>
                      <a:pt x="4440" y="6297"/>
                    </a:cubicBezTo>
                    <a:cubicBezTo>
                      <a:pt x="4440" y="6297"/>
                      <a:pt x="2134" y="3149"/>
                      <a:pt x="6202" y="1"/>
                    </a:cubicBezTo>
                  </a:path>
                </a:pathLst>
              </a:custGeom>
              <a:noFill/>
              <a:ln w="952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8669;p54"/>
              <p:cNvSpPr/>
              <p:nvPr/>
            </p:nvSpPr>
            <p:spPr>
              <a:xfrm>
                <a:off x="1398461" y="4014391"/>
                <a:ext cx="12132" cy="31518"/>
              </a:xfrm>
              <a:custGeom>
                <a:avLst/>
                <a:gdLst/>
                <a:ahLst/>
                <a:cxnLst/>
                <a:rect l="l" t="t" r="r" b="b"/>
                <a:pathLst>
                  <a:path w="2751" h="7151" fill="none" extrusionOk="0">
                    <a:moveTo>
                      <a:pt x="2751" y="1"/>
                    </a:moveTo>
                    <a:cubicBezTo>
                      <a:pt x="2751" y="1"/>
                      <a:pt x="0" y="2963"/>
                      <a:pt x="1806" y="7151"/>
                    </a:cubicBezTo>
                  </a:path>
                </a:pathLst>
              </a:custGeom>
              <a:noFill/>
              <a:ln w="952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8670;p54"/>
              <p:cNvSpPr/>
              <p:nvPr/>
            </p:nvSpPr>
            <p:spPr>
              <a:xfrm>
                <a:off x="1424264" y="4012138"/>
                <a:ext cx="35284" cy="21165"/>
              </a:xfrm>
              <a:custGeom>
                <a:avLst/>
                <a:gdLst/>
                <a:ahLst/>
                <a:cxnLst/>
                <a:rect l="l" t="t" r="r" b="b"/>
                <a:pathLst>
                  <a:path w="8001" h="4802" fill="none" extrusionOk="0">
                    <a:moveTo>
                      <a:pt x="8000" y="512"/>
                    </a:moveTo>
                    <a:cubicBezTo>
                      <a:pt x="3783" y="1"/>
                      <a:pt x="1978" y="4087"/>
                      <a:pt x="1978" y="4087"/>
                    </a:cubicBezTo>
                    <a:cubicBezTo>
                      <a:pt x="1978" y="4087"/>
                      <a:pt x="858" y="3598"/>
                      <a:pt x="0" y="4802"/>
                    </a:cubicBezTo>
                  </a:path>
                </a:pathLst>
              </a:custGeom>
              <a:noFill/>
              <a:ln w="952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8671;p54"/>
              <p:cNvSpPr/>
              <p:nvPr/>
            </p:nvSpPr>
            <p:spPr>
              <a:xfrm>
                <a:off x="1397156" y="3942280"/>
                <a:ext cx="31183" cy="17449"/>
              </a:xfrm>
              <a:custGeom>
                <a:avLst/>
                <a:gdLst/>
                <a:ahLst/>
                <a:cxnLst/>
                <a:rect l="l" t="t" r="r" b="b"/>
                <a:pathLst>
                  <a:path w="7071" h="3959" fill="none" extrusionOk="0">
                    <a:moveTo>
                      <a:pt x="7070" y="1"/>
                    </a:moveTo>
                    <a:cubicBezTo>
                      <a:pt x="7070" y="1"/>
                      <a:pt x="2802" y="3959"/>
                      <a:pt x="1" y="1"/>
                    </a:cubicBezTo>
                  </a:path>
                </a:pathLst>
              </a:custGeom>
              <a:noFill/>
              <a:ln w="952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8672;p54"/>
              <p:cNvSpPr/>
              <p:nvPr/>
            </p:nvSpPr>
            <p:spPr>
              <a:xfrm>
                <a:off x="1428334" y="3973727"/>
                <a:ext cx="31214" cy="15378"/>
              </a:xfrm>
              <a:custGeom>
                <a:avLst/>
                <a:gdLst/>
                <a:ahLst/>
                <a:cxnLst/>
                <a:rect l="l" t="t" r="r" b="b"/>
                <a:pathLst>
                  <a:path w="7078" h="3489" fill="none" extrusionOk="0">
                    <a:moveTo>
                      <a:pt x="0" y="1125"/>
                    </a:moveTo>
                    <a:cubicBezTo>
                      <a:pt x="0" y="1125"/>
                      <a:pt x="4411" y="1"/>
                      <a:pt x="7077" y="3488"/>
                    </a:cubicBezTo>
                  </a:path>
                </a:pathLst>
              </a:custGeom>
              <a:noFill/>
              <a:ln w="952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8673;p54"/>
              <p:cNvSpPr/>
              <p:nvPr/>
            </p:nvSpPr>
            <p:spPr>
              <a:xfrm>
                <a:off x="1468924" y="3907967"/>
                <a:ext cx="40704" cy="51312"/>
              </a:xfrm>
              <a:custGeom>
                <a:avLst/>
                <a:gdLst/>
                <a:ahLst/>
                <a:cxnLst/>
                <a:rect l="l" t="t" r="r" b="b"/>
                <a:pathLst>
                  <a:path w="9230" h="11642" fill="none" extrusionOk="0">
                    <a:moveTo>
                      <a:pt x="0" y="1"/>
                    </a:moveTo>
                    <a:cubicBezTo>
                      <a:pt x="0" y="1"/>
                      <a:pt x="9229" y="570"/>
                      <a:pt x="6647" y="11641"/>
                    </a:cubicBezTo>
                  </a:path>
                </a:pathLst>
              </a:custGeom>
              <a:noFill/>
              <a:ln w="9525" cap="flat" cmpd="sng">
                <a:solidFill>
                  <a:srgbClr val="40566D"/>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8674;p54"/>
              <p:cNvSpPr/>
              <p:nvPr/>
            </p:nvSpPr>
            <p:spPr>
              <a:xfrm>
                <a:off x="1469021" y="3877824"/>
                <a:ext cx="26561" cy="25035"/>
              </a:xfrm>
              <a:custGeom>
                <a:avLst/>
                <a:gdLst/>
                <a:ahLst/>
                <a:cxnLst/>
                <a:rect l="l" t="t" r="r" b="b"/>
                <a:pathLst>
                  <a:path w="6023" h="5680" fill="none" extrusionOk="0">
                    <a:moveTo>
                      <a:pt x="6023" y="1795"/>
                    </a:moveTo>
                    <a:cubicBezTo>
                      <a:pt x="6023" y="1795"/>
                      <a:pt x="0" y="0"/>
                      <a:pt x="0" y="5680"/>
                    </a:cubicBezTo>
                  </a:path>
                </a:pathLst>
              </a:custGeom>
              <a:noFill/>
              <a:ln w="9525" cap="flat" cmpd="sng">
                <a:solidFill>
                  <a:srgbClr val="40566D"/>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8675;p54"/>
              <p:cNvSpPr/>
              <p:nvPr/>
            </p:nvSpPr>
            <p:spPr>
              <a:xfrm>
                <a:off x="1513434" y="3881663"/>
                <a:ext cx="8710" cy="21196"/>
              </a:xfrm>
              <a:custGeom>
                <a:avLst/>
                <a:gdLst/>
                <a:ahLst/>
                <a:cxnLst/>
                <a:rect l="l" t="t" r="r" b="b"/>
                <a:pathLst>
                  <a:path w="1975" h="4809" fill="none" extrusionOk="0">
                    <a:moveTo>
                      <a:pt x="1975" y="1"/>
                    </a:moveTo>
                    <a:cubicBezTo>
                      <a:pt x="1975" y="1"/>
                      <a:pt x="1975" y="2730"/>
                      <a:pt x="1" y="4809"/>
                    </a:cubicBezTo>
                  </a:path>
                </a:pathLst>
              </a:custGeom>
              <a:noFill/>
              <a:ln w="9525" cap="flat" cmpd="sng">
                <a:solidFill>
                  <a:srgbClr val="40566D"/>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8676;p54"/>
              <p:cNvSpPr/>
              <p:nvPr/>
            </p:nvSpPr>
            <p:spPr>
              <a:xfrm>
                <a:off x="1517778" y="3963823"/>
                <a:ext cx="27355" cy="50572"/>
              </a:xfrm>
              <a:custGeom>
                <a:avLst/>
                <a:gdLst/>
                <a:ahLst/>
                <a:cxnLst/>
                <a:rect l="l" t="t" r="r" b="b"/>
                <a:pathLst>
                  <a:path w="6203" h="11474" fill="none" extrusionOk="0">
                    <a:moveTo>
                      <a:pt x="6181" y="11474"/>
                    </a:moveTo>
                    <a:cubicBezTo>
                      <a:pt x="6181" y="11474"/>
                      <a:pt x="6202" y="5735"/>
                      <a:pt x="1767" y="6297"/>
                    </a:cubicBezTo>
                    <a:cubicBezTo>
                      <a:pt x="1767" y="6297"/>
                      <a:pt x="4068" y="3149"/>
                      <a:pt x="1" y="1"/>
                    </a:cubicBezTo>
                  </a:path>
                </a:pathLst>
              </a:custGeom>
              <a:noFill/>
              <a:ln w="9525" cap="flat" cmpd="sng">
                <a:solidFill>
                  <a:srgbClr val="40566D"/>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8677;p54"/>
              <p:cNvSpPr/>
              <p:nvPr/>
            </p:nvSpPr>
            <p:spPr>
              <a:xfrm>
                <a:off x="1517990" y="4014391"/>
                <a:ext cx="12119" cy="31518"/>
              </a:xfrm>
              <a:custGeom>
                <a:avLst/>
                <a:gdLst/>
                <a:ahLst/>
                <a:cxnLst/>
                <a:rect l="l" t="t" r="r" b="b"/>
                <a:pathLst>
                  <a:path w="2748" h="7151" fill="none" extrusionOk="0">
                    <a:moveTo>
                      <a:pt x="0" y="1"/>
                    </a:moveTo>
                    <a:cubicBezTo>
                      <a:pt x="0" y="1"/>
                      <a:pt x="2747" y="2963"/>
                      <a:pt x="942" y="7151"/>
                    </a:cubicBezTo>
                  </a:path>
                </a:pathLst>
              </a:custGeom>
              <a:noFill/>
              <a:ln w="9525" cap="flat" cmpd="sng">
                <a:solidFill>
                  <a:srgbClr val="40566D"/>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8678;p54"/>
              <p:cNvSpPr/>
              <p:nvPr/>
            </p:nvSpPr>
            <p:spPr>
              <a:xfrm>
                <a:off x="1469021" y="4012138"/>
                <a:ext cx="35298" cy="21165"/>
              </a:xfrm>
              <a:custGeom>
                <a:avLst/>
                <a:gdLst/>
                <a:ahLst/>
                <a:cxnLst/>
                <a:rect l="l" t="t" r="r" b="b"/>
                <a:pathLst>
                  <a:path w="8004" h="4802" fill="none" extrusionOk="0">
                    <a:moveTo>
                      <a:pt x="0" y="512"/>
                    </a:moveTo>
                    <a:cubicBezTo>
                      <a:pt x="4217" y="1"/>
                      <a:pt x="6023" y="4087"/>
                      <a:pt x="6023" y="4087"/>
                    </a:cubicBezTo>
                    <a:cubicBezTo>
                      <a:pt x="6023" y="4087"/>
                      <a:pt x="7143" y="3598"/>
                      <a:pt x="8004" y="4802"/>
                    </a:cubicBezTo>
                  </a:path>
                </a:pathLst>
              </a:custGeom>
              <a:noFill/>
              <a:ln w="9525" cap="flat" cmpd="sng">
                <a:solidFill>
                  <a:srgbClr val="40566D"/>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8679;p54"/>
              <p:cNvSpPr/>
              <p:nvPr/>
            </p:nvSpPr>
            <p:spPr>
              <a:xfrm>
                <a:off x="1500244" y="3942280"/>
                <a:ext cx="31183" cy="17449"/>
              </a:xfrm>
              <a:custGeom>
                <a:avLst/>
                <a:gdLst/>
                <a:ahLst/>
                <a:cxnLst/>
                <a:rect l="l" t="t" r="r" b="b"/>
                <a:pathLst>
                  <a:path w="7071" h="3959" fill="none" extrusionOk="0">
                    <a:moveTo>
                      <a:pt x="1" y="1"/>
                    </a:moveTo>
                    <a:cubicBezTo>
                      <a:pt x="1" y="1"/>
                      <a:pt x="4265" y="3959"/>
                      <a:pt x="7070" y="1"/>
                    </a:cubicBezTo>
                  </a:path>
                </a:pathLst>
              </a:custGeom>
              <a:noFill/>
              <a:ln w="9525" cap="flat" cmpd="sng">
                <a:solidFill>
                  <a:srgbClr val="40566D"/>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8680;p54"/>
              <p:cNvSpPr/>
              <p:nvPr/>
            </p:nvSpPr>
            <p:spPr>
              <a:xfrm>
                <a:off x="1469021" y="3973727"/>
                <a:ext cx="31227" cy="15378"/>
              </a:xfrm>
              <a:custGeom>
                <a:avLst/>
                <a:gdLst/>
                <a:ahLst/>
                <a:cxnLst/>
                <a:rect l="l" t="t" r="r" b="b"/>
                <a:pathLst>
                  <a:path w="7081" h="3489" fill="none" extrusionOk="0">
                    <a:moveTo>
                      <a:pt x="7081" y="1125"/>
                    </a:moveTo>
                    <a:cubicBezTo>
                      <a:pt x="7081" y="1125"/>
                      <a:pt x="2670" y="1"/>
                      <a:pt x="0" y="3488"/>
                    </a:cubicBezTo>
                  </a:path>
                </a:pathLst>
              </a:custGeom>
              <a:noFill/>
              <a:ln w="9525" cap="flat" cmpd="sng">
                <a:solidFill>
                  <a:srgbClr val="40566D"/>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8681;p54"/>
              <p:cNvSpPr/>
              <p:nvPr/>
            </p:nvSpPr>
            <p:spPr>
              <a:xfrm>
                <a:off x="1504314" y="3910479"/>
                <a:ext cx="51950" cy="15131"/>
              </a:xfrm>
              <a:custGeom>
                <a:avLst/>
                <a:gdLst/>
                <a:ahLst/>
                <a:cxnLst/>
                <a:rect l="l" t="t" r="r" b="b"/>
                <a:pathLst>
                  <a:path w="11780" h="3433" fill="none" extrusionOk="0">
                    <a:moveTo>
                      <a:pt x="11780" y="2663"/>
                    </a:moveTo>
                    <a:cubicBezTo>
                      <a:pt x="8420" y="0"/>
                      <a:pt x="5162" y="3433"/>
                      <a:pt x="5162" y="3433"/>
                    </a:cubicBezTo>
                    <a:cubicBezTo>
                      <a:pt x="5162" y="3433"/>
                      <a:pt x="4473" y="387"/>
                      <a:pt x="1" y="1653"/>
                    </a:cubicBezTo>
                  </a:path>
                </a:pathLst>
              </a:custGeom>
              <a:noFill/>
              <a:ln w="9525" cap="flat" cmpd="sng">
                <a:solidFill>
                  <a:srgbClr val="40566D"/>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8682;p54"/>
              <p:cNvSpPr/>
              <p:nvPr/>
            </p:nvSpPr>
            <p:spPr>
              <a:xfrm>
                <a:off x="1469738" y="3847100"/>
                <a:ext cx="99150" cy="224346"/>
              </a:xfrm>
              <a:custGeom>
                <a:avLst/>
                <a:gdLst/>
                <a:ahLst/>
                <a:cxnLst/>
                <a:rect l="l" t="t" r="r" b="b"/>
                <a:pathLst>
                  <a:path w="22483" h="50901" fill="none" extrusionOk="0">
                    <a:moveTo>
                      <a:pt x="99" y="2729"/>
                    </a:moveTo>
                    <a:cubicBezTo>
                      <a:pt x="150" y="2383"/>
                      <a:pt x="237" y="2040"/>
                      <a:pt x="354" y="1711"/>
                    </a:cubicBezTo>
                    <a:cubicBezTo>
                      <a:pt x="744" y="675"/>
                      <a:pt x="1503" y="1"/>
                      <a:pt x="2900" y="1"/>
                    </a:cubicBezTo>
                    <a:cubicBezTo>
                      <a:pt x="4516" y="1"/>
                      <a:pt x="5282" y="913"/>
                      <a:pt x="5600" y="2229"/>
                    </a:cubicBezTo>
                    <a:cubicBezTo>
                      <a:pt x="9040" y="1682"/>
                      <a:pt x="12151" y="4356"/>
                      <a:pt x="12130" y="7840"/>
                    </a:cubicBezTo>
                    <a:cubicBezTo>
                      <a:pt x="12130" y="7997"/>
                      <a:pt x="12119" y="8150"/>
                      <a:pt x="12108" y="8300"/>
                    </a:cubicBezTo>
                    <a:cubicBezTo>
                      <a:pt x="14541" y="7307"/>
                      <a:pt x="17335" y="7957"/>
                      <a:pt x="19082" y="9923"/>
                    </a:cubicBezTo>
                    <a:cubicBezTo>
                      <a:pt x="20826" y="11889"/>
                      <a:pt x="21140" y="14742"/>
                      <a:pt x="19867" y="17040"/>
                    </a:cubicBezTo>
                    <a:cubicBezTo>
                      <a:pt x="21552" y="18379"/>
                      <a:pt x="22482" y="20454"/>
                      <a:pt x="22362" y="22603"/>
                    </a:cubicBezTo>
                    <a:cubicBezTo>
                      <a:pt x="22242" y="24755"/>
                      <a:pt x="21089" y="26714"/>
                      <a:pt x="19265" y="27860"/>
                    </a:cubicBezTo>
                    <a:cubicBezTo>
                      <a:pt x="20440" y="29308"/>
                      <a:pt x="20896" y="31205"/>
                      <a:pt x="20512" y="33029"/>
                    </a:cubicBezTo>
                    <a:cubicBezTo>
                      <a:pt x="20126" y="34853"/>
                      <a:pt x="18940" y="36407"/>
                      <a:pt x="17284" y="37257"/>
                    </a:cubicBezTo>
                    <a:cubicBezTo>
                      <a:pt x="17310" y="37487"/>
                      <a:pt x="17321" y="37720"/>
                      <a:pt x="17324" y="37950"/>
                    </a:cubicBezTo>
                    <a:cubicBezTo>
                      <a:pt x="17321" y="40766"/>
                      <a:pt x="15420" y="43225"/>
                      <a:pt x="12699" y="43940"/>
                    </a:cubicBezTo>
                    <a:cubicBezTo>
                      <a:pt x="11710" y="46782"/>
                      <a:pt x="8664" y="48350"/>
                      <a:pt x="5778" y="47507"/>
                    </a:cubicBezTo>
                    <a:cubicBezTo>
                      <a:pt x="5647" y="49434"/>
                      <a:pt x="4958" y="50900"/>
                      <a:pt x="2900" y="50900"/>
                    </a:cubicBezTo>
                    <a:cubicBezTo>
                      <a:pt x="0" y="50900"/>
                      <a:pt x="40" y="48390"/>
                      <a:pt x="0" y="48401"/>
                    </a:cubicBezTo>
                    <a:cubicBezTo>
                      <a:pt x="0" y="48401"/>
                      <a:pt x="69" y="2722"/>
                      <a:pt x="99" y="2729"/>
                    </a:cubicBezTo>
                    <a:close/>
                  </a:path>
                </a:pathLst>
              </a:custGeom>
              <a:noFill/>
              <a:ln w="9525" cap="flat" cmpd="sng">
                <a:solidFill>
                  <a:srgbClr val="40566D"/>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3" name="Google Shape;8683;p54"/>
            <p:cNvSpPr/>
            <p:nvPr/>
          </p:nvSpPr>
          <p:spPr>
            <a:xfrm>
              <a:off x="2008060" y="4212384"/>
              <a:ext cx="24537" cy="23585"/>
            </a:xfrm>
            <a:custGeom>
              <a:avLst/>
              <a:gdLst/>
              <a:ahLst/>
              <a:cxnLst/>
              <a:rect l="l" t="t" r="r" b="b"/>
              <a:pathLst>
                <a:path w="5564" h="5351" extrusionOk="0">
                  <a:moveTo>
                    <a:pt x="2887" y="0"/>
                  </a:moveTo>
                  <a:cubicBezTo>
                    <a:pt x="2190" y="0"/>
                    <a:pt x="1506" y="271"/>
                    <a:pt x="996" y="783"/>
                  </a:cubicBezTo>
                  <a:cubicBezTo>
                    <a:pt x="230" y="1550"/>
                    <a:pt x="0" y="2699"/>
                    <a:pt x="416" y="3698"/>
                  </a:cubicBezTo>
                  <a:cubicBezTo>
                    <a:pt x="828" y="4698"/>
                    <a:pt x="1806" y="5351"/>
                    <a:pt x="2886" y="5351"/>
                  </a:cubicBezTo>
                  <a:cubicBezTo>
                    <a:pt x="4363" y="5351"/>
                    <a:pt x="5560" y="4150"/>
                    <a:pt x="5563" y="2677"/>
                  </a:cubicBezTo>
                  <a:cubicBezTo>
                    <a:pt x="5560" y="1593"/>
                    <a:pt x="4911" y="619"/>
                    <a:pt x="3911" y="203"/>
                  </a:cubicBezTo>
                  <a:cubicBezTo>
                    <a:pt x="3580" y="67"/>
                    <a:pt x="3232" y="0"/>
                    <a:pt x="2887" y="0"/>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8684;p54"/>
            <p:cNvSpPr/>
            <p:nvPr/>
          </p:nvSpPr>
          <p:spPr>
            <a:xfrm>
              <a:off x="1545645" y="4049730"/>
              <a:ext cx="24520" cy="23576"/>
            </a:xfrm>
            <a:custGeom>
              <a:avLst/>
              <a:gdLst/>
              <a:ahLst/>
              <a:cxnLst/>
              <a:rect l="l" t="t" r="r" b="b"/>
              <a:pathLst>
                <a:path w="5560" h="5349" extrusionOk="0">
                  <a:moveTo>
                    <a:pt x="2886" y="1"/>
                  </a:moveTo>
                  <a:cubicBezTo>
                    <a:pt x="1806" y="1"/>
                    <a:pt x="828" y="654"/>
                    <a:pt x="416" y="1653"/>
                  </a:cubicBezTo>
                  <a:cubicBezTo>
                    <a:pt x="0" y="2649"/>
                    <a:pt x="230" y="3802"/>
                    <a:pt x="996" y="4564"/>
                  </a:cubicBezTo>
                  <a:cubicBezTo>
                    <a:pt x="1506" y="5077"/>
                    <a:pt x="2190" y="5349"/>
                    <a:pt x="2886" y="5349"/>
                  </a:cubicBezTo>
                  <a:cubicBezTo>
                    <a:pt x="3232" y="5349"/>
                    <a:pt x="3580" y="5282"/>
                    <a:pt x="3911" y="5144"/>
                  </a:cubicBezTo>
                  <a:cubicBezTo>
                    <a:pt x="4910" y="4732"/>
                    <a:pt x="5560" y="3758"/>
                    <a:pt x="5560" y="2675"/>
                  </a:cubicBezTo>
                  <a:cubicBezTo>
                    <a:pt x="5560" y="1197"/>
                    <a:pt x="4363" y="1"/>
                    <a:pt x="288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8685;p54"/>
            <p:cNvSpPr/>
            <p:nvPr/>
          </p:nvSpPr>
          <p:spPr>
            <a:xfrm>
              <a:off x="1231521" y="3947489"/>
              <a:ext cx="24524" cy="23576"/>
            </a:xfrm>
            <a:custGeom>
              <a:avLst/>
              <a:gdLst/>
              <a:ahLst/>
              <a:cxnLst/>
              <a:rect l="l" t="t" r="r" b="b"/>
              <a:pathLst>
                <a:path w="5561" h="5349" extrusionOk="0">
                  <a:moveTo>
                    <a:pt x="2886" y="1"/>
                  </a:moveTo>
                  <a:cubicBezTo>
                    <a:pt x="1803" y="1"/>
                    <a:pt x="829" y="650"/>
                    <a:pt x="413" y="1649"/>
                  </a:cubicBezTo>
                  <a:cubicBezTo>
                    <a:pt x="1" y="2649"/>
                    <a:pt x="227" y="3798"/>
                    <a:pt x="993" y="4564"/>
                  </a:cubicBezTo>
                  <a:cubicBezTo>
                    <a:pt x="1505" y="5076"/>
                    <a:pt x="2189" y="5349"/>
                    <a:pt x="2884" y="5349"/>
                  </a:cubicBezTo>
                  <a:cubicBezTo>
                    <a:pt x="3229" y="5349"/>
                    <a:pt x="3576" y="5282"/>
                    <a:pt x="3908" y="5144"/>
                  </a:cubicBezTo>
                  <a:cubicBezTo>
                    <a:pt x="4907" y="4732"/>
                    <a:pt x="5560" y="3758"/>
                    <a:pt x="5560" y="2674"/>
                  </a:cubicBezTo>
                  <a:cubicBezTo>
                    <a:pt x="5560" y="1197"/>
                    <a:pt x="4364" y="1"/>
                    <a:pt x="288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8686;p54"/>
            <p:cNvSpPr/>
            <p:nvPr/>
          </p:nvSpPr>
          <p:spPr>
            <a:xfrm>
              <a:off x="834100" y="4046742"/>
              <a:ext cx="24520" cy="23580"/>
            </a:xfrm>
            <a:custGeom>
              <a:avLst/>
              <a:gdLst/>
              <a:ahLst/>
              <a:cxnLst/>
              <a:rect l="l" t="t" r="r" b="b"/>
              <a:pathLst>
                <a:path w="5560" h="5350" extrusionOk="0">
                  <a:moveTo>
                    <a:pt x="2674" y="0"/>
                  </a:moveTo>
                  <a:cubicBezTo>
                    <a:pt x="1197" y="0"/>
                    <a:pt x="0" y="1197"/>
                    <a:pt x="0" y="2674"/>
                  </a:cubicBezTo>
                  <a:cubicBezTo>
                    <a:pt x="0" y="3758"/>
                    <a:pt x="653" y="4732"/>
                    <a:pt x="1653" y="5147"/>
                  </a:cubicBezTo>
                  <a:cubicBezTo>
                    <a:pt x="1983" y="5284"/>
                    <a:pt x="2329" y="5350"/>
                    <a:pt x="2673" y="5350"/>
                  </a:cubicBezTo>
                  <a:cubicBezTo>
                    <a:pt x="3369" y="5350"/>
                    <a:pt x="4054" y="5078"/>
                    <a:pt x="4567" y="4567"/>
                  </a:cubicBezTo>
                  <a:cubicBezTo>
                    <a:pt x="5330" y="3801"/>
                    <a:pt x="5559" y="2649"/>
                    <a:pt x="5147" y="1653"/>
                  </a:cubicBezTo>
                  <a:cubicBezTo>
                    <a:pt x="4731" y="653"/>
                    <a:pt x="3757" y="0"/>
                    <a:pt x="2674"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8687;p54"/>
            <p:cNvSpPr/>
            <p:nvPr/>
          </p:nvSpPr>
          <p:spPr>
            <a:xfrm>
              <a:off x="834100" y="3849652"/>
              <a:ext cx="24520" cy="23580"/>
            </a:xfrm>
            <a:custGeom>
              <a:avLst/>
              <a:gdLst/>
              <a:ahLst/>
              <a:cxnLst/>
              <a:rect l="l" t="t" r="r" b="b"/>
              <a:pathLst>
                <a:path w="5560" h="5350" extrusionOk="0">
                  <a:moveTo>
                    <a:pt x="2674" y="1"/>
                  </a:moveTo>
                  <a:cubicBezTo>
                    <a:pt x="1197" y="1"/>
                    <a:pt x="0" y="1197"/>
                    <a:pt x="0" y="2675"/>
                  </a:cubicBezTo>
                  <a:cubicBezTo>
                    <a:pt x="0" y="3758"/>
                    <a:pt x="653" y="4732"/>
                    <a:pt x="1653" y="5144"/>
                  </a:cubicBezTo>
                  <a:cubicBezTo>
                    <a:pt x="1984" y="5282"/>
                    <a:pt x="2331" y="5349"/>
                    <a:pt x="2676" y="5349"/>
                  </a:cubicBezTo>
                  <a:cubicBezTo>
                    <a:pt x="3371" y="5349"/>
                    <a:pt x="4055" y="5077"/>
                    <a:pt x="4567" y="4564"/>
                  </a:cubicBezTo>
                  <a:cubicBezTo>
                    <a:pt x="5330" y="3802"/>
                    <a:pt x="5559" y="2649"/>
                    <a:pt x="5147" y="1650"/>
                  </a:cubicBezTo>
                  <a:cubicBezTo>
                    <a:pt x="4731" y="650"/>
                    <a:pt x="3757" y="1"/>
                    <a:pt x="2674" y="1"/>
                  </a:cubicBezTo>
                  <a:close/>
                </a:path>
              </a:pathLst>
            </a:custGeom>
            <a:solidFill>
              <a:srgbClr val="E6EB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8688;p54"/>
            <p:cNvSpPr/>
            <p:nvPr/>
          </p:nvSpPr>
          <p:spPr>
            <a:xfrm>
              <a:off x="1668053" y="3947489"/>
              <a:ext cx="24520" cy="23576"/>
            </a:xfrm>
            <a:custGeom>
              <a:avLst/>
              <a:gdLst/>
              <a:ahLst/>
              <a:cxnLst/>
              <a:rect l="l" t="t" r="r" b="b"/>
              <a:pathLst>
                <a:path w="5560" h="5349" extrusionOk="0">
                  <a:moveTo>
                    <a:pt x="2882" y="1"/>
                  </a:moveTo>
                  <a:cubicBezTo>
                    <a:pt x="1802" y="1"/>
                    <a:pt x="828" y="650"/>
                    <a:pt x="412" y="1649"/>
                  </a:cubicBezTo>
                  <a:cubicBezTo>
                    <a:pt x="0" y="2649"/>
                    <a:pt x="226" y="3798"/>
                    <a:pt x="993" y="4564"/>
                  </a:cubicBezTo>
                  <a:cubicBezTo>
                    <a:pt x="1502" y="5076"/>
                    <a:pt x="2187" y="5349"/>
                    <a:pt x="2883" y="5349"/>
                  </a:cubicBezTo>
                  <a:cubicBezTo>
                    <a:pt x="3228" y="5349"/>
                    <a:pt x="3576" y="5282"/>
                    <a:pt x="3907" y="5144"/>
                  </a:cubicBezTo>
                  <a:cubicBezTo>
                    <a:pt x="4907" y="4732"/>
                    <a:pt x="5556" y="3758"/>
                    <a:pt x="5560" y="2674"/>
                  </a:cubicBezTo>
                  <a:cubicBezTo>
                    <a:pt x="5560" y="1197"/>
                    <a:pt x="4360" y="1"/>
                    <a:pt x="288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8689;p54"/>
            <p:cNvSpPr/>
            <p:nvPr/>
          </p:nvSpPr>
          <p:spPr>
            <a:xfrm>
              <a:off x="889649" y="3678195"/>
              <a:ext cx="23589" cy="23576"/>
            </a:xfrm>
            <a:custGeom>
              <a:avLst/>
              <a:gdLst/>
              <a:ahLst/>
              <a:cxnLst/>
              <a:rect l="l" t="t" r="r" b="b"/>
              <a:pathLst>
                <a:path w="5349" h="5349" extrusionOk="0">
                  <a:moveTo>
                    <a:pt x="2674" y="0"/>
                  </a:moveTo>
                  <a:cubicBezTo>
                    <a:pt x="1197" y="0"/>
                    <a:pt x="0" y="1197"/>
                    <a:pt x="0" y="2674"/>
                  </a:cubicBezTo>
                  <a:cubicBezTo>
                    <a:pt x="0" y="4152"/>
                    <a:pt x="1197" y="5348"/>
                    <a:pt x="2674" y="5348"/>
                  </a:cubicBezTo>
                  <a:cubicBezTo>
                    <a:pt x="4152" y="5348"/>
                    <a:pt x="5348" y="4152"/>
                    <a:pt x="5348" y="2674"/>
                  </a:cubicBezTo>
                  <a:cubicBezTo>
                    <a:pt x="5348" y="1197"/>
                    <a:pt x="4152" y="0"/>
                    <a:pt x="2674"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8690;p54"/>
            <p:cNvSpPr/>
            <p:nvPr/>
          </p:nvSpPr>
          <p:spPr>
            <a:xfrm>
              <a:off x="1357708" y="3848642"/>
              <a:ext cx="24542" cy="23585"/>
            </a:xfrm>
            <a:custGeom>
              <a:avLst/>
              <a:gdLst/>
              <a:ahLst/>
              <a:cxnLst/>
              <a:rect l="l" t="t" r="r" b="b"/>
              <a:pathLst>
                <a:path w="5565" h="5351" extrusionOk="0">
                  <a:moveTo>
                    <a:pt x="2890" y="0"/>
                  </a:moveTo>
                  <a:cubicBezTo>
                    <a:pt x="1807" y="0"/>
                    <a:pt x="833" y="653"/>
                    <a:pt x="417" y="1653"/>
                  </a:cubicBezTo>
                  <a:cubicBezTo>
                    <a:pt x="1" y="2652"/>
                    <a:pt x="231" y="3801"/>
                    <a:pt x="997" y="4567"/>
                  </a:cubicBezTo>
                  <a:cubicBezTo>
                    <a:pt x="1509" y="5080"/>
                    <a:pt x="2193" y="5350"/>
                    <a:pt x="2888" y="5350"/>
                  </a:cubicBezTo>
                  <a:cubicBezTo>
                    <a:pt x="3233" y="5350"/>
                    <a:pt x="3580" y="5284"/>
                    <a:pt x="3912" y="5147"/>
                  </a:cubicBezTo>
                  <a:cubicBezTo>
                    <a:pt x="4911" y="4731"/>
                    <a:pt x="5564" y="3757"/>
                    <a:pt x="5564" y="2678"/>
                  </a:cubicBezTo>
                  <a:cubicBezTo>
                    <a:pt x="5564" y="1200"/>
                    <a:pt x="4364" y="0"/>
                    <a:pt x="289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8691;p54"/>
            <p:cNvSpPr/>
            <p:nvPr/>
          </p:nvSpPr>
          <p:spPr>
            <a:xfrm>
              <a:off x="1357708" y="4049730"/>
              <a:ext cx="24542" cy="23585"/>
            </a:xfrm>
            <a:custGeom>
              <a:avLst/>
              <a:gdLst/>
              <a:ahLst/>
              <a:cxnLst/>
              <a:rect l="l" t="t" r="r" b="b"/>
              <a:pathLst>
                <a:path w="5565" h="5351" extrusionOk="0">
                  <a:moveTo>
                    <a:pt x="2890" y="1"/>
                  </a:moveTo>
                  <a:cubicBezTo>
                    <a:pt x="1807" y="1"/>
                    <a:pt x="833" y="654"/>
                    <a:pt x="417" y="1653"/>
                  </a:cubicBezTo>
                  <a:cubicBezTo>
                    <a:pt x="1" y="2653"/>
                    <a:pt x="231" y="3802"/>
                    <a:pt x="997" y="4568"/>
                  </a:cubicBezTo>
                  <a:cubicBezTo>
                    <a:pt x="1510" y="5078"/>
                    <a:pt x="2195" y="5350"/>
                    <a:pt x="2891" y="5350"/>
                  </a:cubicBezTo>
                  <a:cubicBezTo>
                    <a:pt x="3235" y="5350"/>
                    <a:pt x="3581" y="5284"/>
                    <a:pt x="3912" y="5148"/>
                  </a:cubicBezTo>
                  <a:cubicBezTo>
                    <a:pt x="4911" y="4732"/>
                    <a:pt x="5564" y="3758"/>
                    <a:pt x="5564" y="2675"/>
                  </a:cubicBezTo>
                  <a:cubicBezTo>
                    <a:pt x="5564" y="1197"/>
                    <a:pt x="4364" y="1"/>
                    <a:pt x="289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8692;p54"/>
            <p:cNvSpPr/>
            <p:nvPr/>
          </p:nvSpPr>
          <p:spPr>
            <a:xfrm>
              <a:off x="889649" y="4212384"/>
              <a:ext cx="24520" cy="23585"/>
            </a:xfrm>
            <a:custGeom>
              <a:avLst/>
              <a:gdLst/>
              <a:ahLst/>
              <a:cxnLst/>
              <a:rect l="l" t="t" r="r" b="b"/>
              <a:pathLst>
                <a:path w="5560" h="5351" extrusionOk="0">
                  <a:moveTo>
                    <a:pt x="2674" y="0"/>
                  </a:moveTo>
                  <a:cubicBezTo>
                    <a:pt x="2328" y="0"/>
                    <a:pt x="1980" y="67"/>
                    <a:pt x="1649" y="203"/>
                  </a:cubicBezTo>
                  <a:cubicBezTo>
                    <a:pt x="650" y="619"/>
                    <a:pt x="0" y="1593"/>
                    <a:pt x="0" y="2677"/>
                  </a:cubicBezTo>
                  <a:cubicBezTo>
                    <a:pt x="0" y="4150"/>
                    <a:pt x="1197" y="5351"/>
                    <a:pt x="2674" y="5351"/>
                  </a:cubicBezTo>
                  <a:cubicBezTo>
                    <a:pt x="3754" y="5351"/>
                    <a:pt x="4732" y="4698"/>
                    <a:pt x="5144" y="3698"/>
                  </a:cubicBezTo>
                  <a:cubicBezTo>
                    <a:pt x="5560" y="2699"/>
                    <a:pt x="5330" y="1550"/>
                    <a:pt x="4568" y="783"/>
                  </a:cubicBezTo>
                  <a:cubicBezTo>
                    <a:pt x="4055" y="271"/>
                    <a:pt x="3370" y="0"/>
                    <a:pt x="2674" y="0"/>
                  </a:cubicBezTo>
                  <a:close/>
                </a:path>
              </a:pathLst>
            </a:custGeom>
            <a:solidFill>
              <a:srgbClr val="E4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8693;p54"/>
            <p:cNvSpPr/>
            <p:nvPr/>
          </p:nvSpPr>
          <p:spPr>
            <a:xfrm>
              <a:off x="2008060" y="3678195"/>
              <a:ext cx="24537" cy="23576"/>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8694;p54"/>
            <p:cNvSpPr/>
            <p:nvPr/>
          </p:nvSpPr>
          <p:spPr>
            <a:xfrm>
              <a:off x="1548251" y="3848642"/>
              <a:ext cx="24520" cy="23580"/>
            </a:xfrm>
            <a:custGeom>
              <a:avLst/>
              <a:gdLst/>
              <a:ahLst/>
              <a:cxnLst/>
              <a:rect l="l" t="t" r="r" b="b"/>
              <a:pathLst>
                <a:path w="5560" h="5350" extrusionOk="0">
                  <a:moveTo>
                    <a:pt x="2886" y="0"/>
                  </a:moveTo>
                  <a:cubicBezTo>
                    <a:pt x="1806" y="0"/>
                    <a:pt x="828" y="653"/>
                    <a:pt x="416" y="1653"/>
                  </a:cubicBezTo>
                  <a:cubicBezTo>
                    <a:pt x="0" y="2652"/>
                    <a:pt x="230" y="3801"/>
                    <a:pt x="996" y="4567"/>
                  </a:cubicBezTo>
                  <a:cubicBezTo>
                    <a:pt x="1507" y="5078"/>
                    <a:pt x="2192" y="5350"/>
                    <a:pt x="2890" y="5350"/>
                  </a:cubicBezTo>
                  <a:cubicBezTo>
                    <a:pt x="3234" y="5350"/>
                    <a:pt x="3581" y="5283"/>
                    <a:pt x="3911" y="5147"/>
                  </a:cubicBezTo>
                  <a:cubicBezTo>
                    <a:pt x="4910" y="4731"/>
                    <a:pt x="5560" y="3757"/>
                    <a:pt x="5560" y="2678"/>
                  </a:cubicBezTo>
                  <a:cubicBezTo>
                    <a:pt x="5560" y="1200"/>
                    <a:pt x="4363" y="0"/>
                    <a:pt x="2886"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8695;p54"/>
            <p:cNvSpPr/>
            <p:nvPr/>
          </p:nvSpPr>
          <p:spPr>
            <a:xfrm>
              <a:off x="2069063" y="3847033"/>
              <a:ext cx="24520" cy="23585"/>
            </a:xfrm>
            <a:custGeom>
              <a:avLst/>
              <a:gdLst/>
              <a:ahLst/>
              <a:cxnLst/>
              <a:rect l="l" t="t" r="r" b="b"/>
              <a:pathLst>
                <a:path w="5560" h="5351" extrusionOk="0">
                  <a:moveTo>
                    <a:pt x="2886" y="0"/>
                  </a:moveTo>
                  <a:cubicBezTo>
                    <a:pt x="1806" y="0"/>
                    <a:pt x="828" y="653"/>
                    <a:pt x="416" y="1653"/>
                  </a:cubicBezTo>
                  <a:cubicBezTo>
                    <a:pt x="0" y="2652"/>
                    <a:pt x="230" y="3801"/>
                    <a:pt x="993" y="4567"/>
                  </a:cubicBezTo>
                  <a:cubicBezTo>
                    <a:pt x="1505" y="5080"/>
                    <a:pt x="2190" y="5351"/>
                    <a:pt x="2887" y="5351"/>
                  </a:cubicBezTo>
                  <a:cubicBezTo>
                    <a:pt x="3232" y="5351"/>
                    <a:pt x="3580" y="5284"/>
                    <a:pt x="3911" y="5148"/>
                  </a:cubicBezTo>
                  <a:cubicBezTo>
                    <a:pt x="4910" y="4732"/>
                    <a:pt x="5560" y="3758"/>
                    <a:pt x="5560" y="2678"/>
                  </a:cubicBezTo>
                  <a:cubicBezTo>
                    <a:pt x="5560" y="1200"/>
                    <a:pt x="4363" y="0"/>
                    <a:pt x="2886"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8696;p54"/>
            <p:cNvSpPr/>
            <p:nvPr/>
          </p:nvSpPr>
          <p:spPr>
            <a:xfrm>
              <a:off x="2069063" y="4046870"/>
              <a:ext cx="24520" cy="23576"/>
            </a:xfrm>
            <a:custGeom>
              <a:avLst/>
              <a:gdLst/>
              <a:ahLst/>
              <a:cxnLst/>
              <a:rect l="l" t="t" r="r" b="b"/>
              <a:pathLst>
                <a:path w="5560" h="5349" extrusionOk="0">
                  <a:moveTo>
                    <a:pt x="2886" y="0"/>
                  </a:moveTo>
                  <a:cubicBezTo>
                    <a:pt x="1806" y="0"/>
                    <a:pt x="828" y="650"/>
                    <a:pt x="416" y="1649"/>
                  </a:cubicBezTo>
                  <a:cubicBezTo>
                    <a:pt x="0" y="2649"/>
                    <a:pt x="230" y="3802"/>
                    <a:pt x="993" y="4564"/>
                  </a:cubicBezTo>
                  <a:cubicBezTo>
                    <a:pt x="1505" y="5076"/>
                    <a:pt x="2190" y="5349"/>
                    <a:pt x="2887" y="5349"/>
                  </a:cubicBezTo>
                  <a:cubicBezTo>
                    <a:pt x="3232" y="5349"/>
                    <a:pt x="3580" y="5282"/>
                    <a:pt x="3911" y="5144"/>
                  </a:cubicBezTo>
                  <a:cubicBezTo>
                    <a:pt x="4910" y="4732"/>
                    <a:pt x="5560" y="3758"/>
                    <a:pt x="5560" y="2674"/>
                  </a:cubicBezTo>
                  <a:cubicBezTo>
                    <a:pt x="5560" y="1197"/>
                    <a:pt x="4363" y="0"/>
                    <a:pt x="2886"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26"/>
          <p:cNvSpPr txBox="1">
            <a:spLocks noGrp="1"/>
          </p:cNvSpPr>
          <p:nvPr>
            <p:ph type="body" idx="1"/>
          </p:nvPr>
        </p:nvSpPr>
        <p:spPr>
          <a:xfrm>
            <a:off x="597375" y="1063525"/>
            <a:ext cx="7866900" cy="3786900"/>
          </a:xfrm>
          <a:prstGeom prst="rect">
            <a:avLst/>
          </a:prstGeom>
        </p:spPr>
        <p:txBody>
          <a:bodyPr spcFirstLastPara="1" wrap="square" lIns="91425" tIns="91425" rIns="91425" bIns="91425" anchor="t" anchorCtr="0">
            <a:noAutofit/>
          </a:bodyPr>
          <a:lstStyle/>
          <a:p>
            <a:pPr marL="0" lvl="0" indent="0">
              <a:spcBef>
                <a:spcPts val="1600"/>
              </a:spcBef>
              <a:spcAft>
                <a:spcPts val="1600"/>
              </a:spcAft>
              <a:buNone/>
            </a:pPr>
            <a:r>
              <a:rPr lang="en-US" sz="3200" dirty="0"/>
              <a:t>The analysis I conducted is meant to guide someone who is new to anime and assist them in being able to propose a few shows to get them started. Future research may involve developing a recommendation system based on user reviews.</a:t>
            </a:r>
            <a:endParaRPr sz="3200"/>
          </a:p>
        </p:txBody>
      </p:sp>
      <p:sp>
        <p:nvSpPr>
          <p:cNvPr id="466" name="Google Shape;466;p26"/>
          <p:cNvSpPr txBox="1">
            <a:spLocks noGrp="1"/>
          </p:cNvSpPr>
          <p:nvPr>
            <p:ph type="ctrTitle"/>
          </p:nvPr>
        </p:nvSpPr>
        <p:spPr>
          <a:xfrm>
            <a:off x="618825" y="411675"/>
            <a:ext cx="47277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solidFill>
                  <a:schemeClr val="accent5">
                    <a:lumMod val="60000"/>
                    <a:lumOff val="40000"/>
                  </a:schemeClr>
                </a:solidFill>
              </a:rPr>
              <a:t>Conclusion</a:t>
            </a:r>
            <a:endParaRPr>
              <a:solidFill>
                <a:schemeClr val="accent5">
                  <a:lumMod val="60000"/>
                  <a:lumOff val="40000"/>
                </a:schemeClr>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61650" y="751888"/>
            <a:ext cx="6020700" cy="981662"/>
          </a:xfrm>
        </p:spPr>
        <p:txBody>
          <a:bodyPr/>
          <a:lstStyle/>
          <a:p>
            <a:r>
              <a:rPr lang="en-US" dirty="0"/>
              <a:t>Results</a:t>
            </a:r>
          </a:p>
        </p:txBody>
      </p:sp>
      <p:pic>
        <p:nvPicPr>
          <p:cNvPr id="4" name="Picture 3" descr="WhatsApp Image 2023-01-02 at 11.57.00 PM.jpeg"/>
          <p:cNvPicPr>
            <a:picLocks noChangeAspect="1"/>
          </p:cNvPicPr>
          <p:nvPr/>
        </p:nvPicPr>
        <p:blipFill>
          <a:blip r:embed="rId2"/>
          <a:stretch>
            <a:fillRect/>
          </a:stretch>
        </p:blipFill>
        <p:spPr>
          <a:xfrm>
            <a:off x="76199" y="1221579"/>
            <a:ext cx="3428999" cy="1928811"/>
          </a:xfrm>
          <a:prstGeom prst="rect">
            <a:avLst/>
          </a:prstGeom>
        </p:spPr>
      </p:pic>
      <p:pic>
        <p:nvPicPr>
          <p:cNvPr id="5" name="Picture 4" descr="WhatsApp Image 2023-01-02 at 11.57.04 PM.jpeg"/>
          <p:cNvPicPr>
            <a:picLocks noChangeAspect="1"/>
          </p:cNvPicPr>
          <p:nvPr/>
        </p:nvPicPr>
        <p:blipFill>
          <a:blip r:embed="rId3"/>
          <a:stretch>
            <a:fillRect/>
          </a:stretch>
        </p:blipFill>
        <p:spPr>
          <a:xfrm>
            <a:off x="5638803" y="1221579"/>
            <a:ext cx="3437467" cy="1933576"/>
          </a:xfrm>
          <a:prstGeom prst="rect">
            <a:avLst/>
          </a:prstGeom>
        </p:spPr>
      </p:pic>
      <p:pic>
        <p:nvPicPr>
          <p:cNvPr id="6" name="Picture 5" descr="Application&#10;&#10;Description automatically generated with low confidence">
            <a:extLst>
              <a:ext uri="{FF2B5EF4-FFF2-40B4-BE49-F238E27FC236}">
                <a16:creationId xmlns:a16="http://schemas.microsoft.com/office/drawing/2014/main" id="{C23E6FBA-37F8-7927-5AE9-8DBD3DECBAFE}"/>
              </a:ext>
            </a:extLst>
          </p:cNvPr>
          <p:cNvPicPr>
            <a:picLocks noChangeAspect="1"/>
          </p:cNvPicPr>
          <p:nvPr/>
        </p:nvPicPr>
        <p:blipFill>
          <a:blip r:embed="rId4"/>
          <a:stretch>
            <a:fillRect/>
          </a:stretch>
        </p:blipFill>
        <p:spPr>
          <a:xfrm>
            <a:off x="990600" y="3155157"/>
            <a:ext cx="3505199" cy="1971674"/>
          </a:xfrm>
          <a:prstGeom prst="rect">
            <a:avLst/>
          </a:prstGeom>
        </p:spPr>
      </p:pic>
      <p:pic>
        <p:nvPicPr>
          <p:cNvPr id="8" name="Picture 7" descr="Graphical user interface&#10;&#10;Description automatically generated with medium confidence">
            <a:extLst>
              <a:ext uri="{FF2B5EF4-FFF2-40B4-BE49-F238E27FC236}">
                <a16:creationId xmlns:a16="http://schemas.microsoft.com/office/drawing/2014/main" id="{F9D42CC3-EEE0-BEE4-91D8-5529CBF17EBF}"/>
              </a:ext>
            </a:extLst>
          </p:cNvPr>
          <p:cNvPicPr>
            <a:picLocks noChangeAspect="1"/>
          </p:cNvPicPr>
          <p:nvPr/>
        </p:nvPicPr>
        <p:blipFill>
          <a:blip r:embed="rId5"/>
          <a:stretch>
            <a:fillRect/>
          </a:stretch>
        </p:blipFill>
        <p:spPr>
          <a:xfrm>
            <a:off x="4495799" y="3155156"/>
            <a:ext cx="3505199" cy="1971675"/>
          </a:xfrm>
          <a:prstGeom prst="rect">
            <a:avLst/>
          </a:prstGeom>
        </p:spPr>
      </p:pic>
    </p:spTree>
  </p:cSld>
  <p:clrMapOvr>
    <a:masterClrMapping/>
  </p:clrMapOvr>
</p:sld>
</file>

<file path=ppt/theme/theme1.xml><?xml version="1.0" encoding="utf-8"?>
<a:theme xmlns:a="http://schemas.openxmlformats.org/drawingml/2006/main" name="Data Science Consulting by Slidesgo">
  <a:themeElements>
    <a:clrScheme name="Simple Light">
      <a:dk1>
        <a:srgbClr val="1A5E8F"/>
      </a:dk1>
      <a:lt1>
        <a:srgbClr val="FFFFFF"/>
      </a:lt1>
      <a:dk2>
        <a:srgbClr val="002845"/>
      </a:dk2>
      <a:lt2>
        <a:srgbClr val="FFD6E1"/>
      </a:lt2>
      <a:accent1>
        <a:srgbClr val="E898AC"/>
      </a:accent1>
      <a:accent2>
        <a:srgbClr val="00CFCC"/>
      </a:accent2>
      <a:accent3>
        <a:srgbClr val="FF9973"/>
      </a:accent3>
      <a:accent4>
        <a:srgbClr val="F64975"/>
      </a:accent4>
      <a:accent5>
        <a:srgbClr val="5EFFFD"/>
      </a:accent5>
      <a:accent6>
        <a:srgbClr val="FC723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223</Words>
  <Application>Microsoft Office PowerPoint</Application>
  <PresentationFormat>On-screen Show (16:9)</PresentationFormat>
  <Paragraphs>26</Paragraphs>
  <Slides>7</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Arial</vt:lpstr>
      <vt:lpstr>Fira Sans Extra Condensed Medium</vt:lpstr>
      <vt:lpstr>Livvic Light</vt:lpstr>
      <vt:lpstr>Maven Pro</vt:lpstr>
      <vt:lpstr>Nunito Light</vt:lpstr>
      <vt:lpstr>Share Tech</vt:lpstr>
      <vt:lpstr>Data Science Consulting by Slidesgo</vt:lpstr>
      <vt:lpstr>Anime Recommendation </vt:lpstr>
      <vt:lpstr>Problem Defination</vt:lpstr>
      <vt:lpstr>Used Dataset</vt:lpstr>
      <vt:lpstr>preparation and preprocessing </vt:lpstr>
      <vt:lpstr>Methods</vt:lpstr>
      <vt:lpstr>Conclusion</vt:lpstr>
      <vt:lpstr>Results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SCIENCE CONSULTING</dc:title>
  <cp:lastModifiedBy>Rawan Hisham Neiazy</cp:lastModifiedBy>
  <cp:revision>4</cp:revision>
  <dcterms:modified xsi:type="dcterms:W3CDTF">2023-01-02T22:10:23Z</dcterms:modified>
</cp:coreProperties>
</file>